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07" r:id="rId59"/>
    <p:sldId id="334" r:id="rId86"/>
    <p:sldId id="336" r:id="rId88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59" Type="http://schemas.openxmlformats.org/officeDocument/2006/relationships/slide" Target="slides/slide3.xml"/><Relationship Id="rId86" Type="http://schemas.openxmlformats.org/officeDocument/2006/relationships/slide" Target="slides/slide4.xml"/><Relationship Id="rId88" Type="http://schemas.openxmlformats.org/officeDocument/2006/relationships/slide" Target="slides/slide5.xml"/><Relationship Id="rId113" Type="http://schemas.openxmlformats.org/officeDocument/2006/relationships/slide" Target="slides/slide6.xml"/><Relationship Id="rId1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开场30秒：本次课《交付你的第一个工程模板》，80分钟＝2课时×40分钟。课前已发工单+starter+微课知识卡，资讯·计划线上完成。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交付你的第一个工程模板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交付你的第一个工程模板（1）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项目结构设计：src/、tests/、docs/、data/、config/目录规范；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工具链配置：PyCharm CE扩展、pylint/flake8检查、black自动格式化；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单元测试入门：pytest编写与运行；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日志系统与配置管理（settings.yaml）；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工单P1.2实操：搭建标准Python工程模板并上传Git仓库。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P2.2 特征工厂完成态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箱线图已产出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计算耗时 &lt; 100ms（向量化）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特征字典五列齐全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  <p:pic>
        <p:nvPicPr>
          <p:cNvPr id="16" name="Picture 15" descr="shot_w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205" y="1900000"/>
            <a:ext cx="3001589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