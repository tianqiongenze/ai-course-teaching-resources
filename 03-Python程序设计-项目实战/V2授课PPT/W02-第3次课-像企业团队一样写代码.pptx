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3" r:id="rId45"/>
    <p:sldId id="295" r:id="rId47"/>
    <p:sldId id="297" r:id="rId49"/>
    <p:sldId id="298" r:id="rId50"/>
    <p:sldId id="300" r:id="rId52"/>
    <p:sldId id="301" r:id="rId53"/>
    <p:sldId id="305" r:id="rId57"/>
    <p:sldId id="307" r:id="rId59"/>
    <p:sldId id="308" r:id="rId60"/>
    <p:sldId id="312" r:id="rId64"/>
    <p:sldId id="313" r:id="rId65"/>
    <p:sldId id="314" r:id="rId66"/>
    <p:sldId id="315" r:id="rId67"/>
    <p:sldId id="316" r:id="rId68"/>
    <p:sldId id="318" r:id="rId70"/>
    <p:sldId id="320" r:id="rId72"/>
    <p:sldId id="322" r:id="rId74"/>
    <p:sldId id="324" r:id="rId76"/>
    <p:sldId id="325" r:id="rId77"/>
    <p:sldId id="327" r:id="rId79"/>
    <p:sldId id="328" r:id="rId80"/>
    <p:sldId id="329" r:id="rId81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50" r:id="rId102"/>
    <p:sldId id="355" r:id="rId107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5" Type="http://schemas.openxmlformats.org/officeDocument/2006/relationships/slide" Target="slides/slide23.xml"/><Relationship Id="rId47" Type="http://schemas.openxmlformats.org/officeDocument/2006/relationships/slide" Target="slides/slide24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7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70" Type="http://schemas.openxmlformats.org/officeDocument/2006/relationships/slide" Target="slides/slide37.xml"/><Relationship Id="rId72" Type="http://schemas.openxmlformats.org/officeDocument/2006/relationships/slide" Target="slides/slide38.xml"/><Relationship Id="rId74" Type="http://schemas.openxmlformats.org/officeDocument/2006/relationships/slide" Target="slides/slide39.xml"/><Relationship Id="rId76" Type="http://schemas.openxmlformats.org/officeDocument/2006/relationships/slide" Target="slides/slide40.xml"/><Relationship Id="rId77" Type="http://schemas.openxmlformats.org/officeDocument/2006/relationships/slide" Target="slides/slide41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102" Type="http://schemas.openxmlformats.org/officeDocument/2006/relationships/slide" Target="slides/slide57.xml"/><Relationship Id="rId107" Type="http://schemas.openxmlformats.org/officeDocument/2006/relationships/slide" Target="slides/slide58.xml"/><Relationship Id="rId108" Type="http://schemas.openxmlformats.org/officeDocument/2006/relationships/slide" Target="slides/slide59.xml"/><Relationship Id="rId109" Type="http://schemas.openxmlformats.org/officeDocument/2006/relationships/slide" Target="slides/slide60.xml"/><Relationship Id="rId113" Type="http://schemas.openxmlformats.org/officeDocument/2006/relationships/slide" Target="slides/slide61.xml"/><Relationship Id="rId114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开场30秒：本次课《像企业团队一样写代码》，80分钟＝2课时×40分钟。课前已发工单+starter+微课知识卡，资讯·计划线上完成。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详解B1·标准目录结构：先读定义→场景为什么用它→看代码实例→扩展给A层。C/D层掌握前三格，A层加扩展格。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详解B2·venv/conda沙箱：先读定义→场景为什么用它→看代码实例→扩展给A层。C/D层掌握前三格，A层加扩展格。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详解B3·Git五步工作流：先读定义→场景为什么用它→看代码实例→扩展给A层。C/D层掌握前三格，A层加扩展格。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详解B4·commit前缀：先读定义→场景为什么用它→看代码实例→扩展给A层。C/D层掌握前三格，A层加扩展格。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详解B5·pylint与black：先读定义→场景为什么用它→看代码实例→扩展给A层。C/D层掌握前三格，A层加扩展格。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详解B6·pytest自动发现：先读定义→场景为什么用它→看代码实例→扩展给A层。C/D层掌握前三格，A层加扩展格。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像企业团队一样写代码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P1.2《标准Python工程模板》——本课工单即考核单元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目标：掌握PEP 8规范要点；掌握venv虚拟环境与requirements.txt依赖管理；掌握Git基本工作流与项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目标：能够搭建含src/tests/docs/config的标准工程模板；能够完成Git仓库初始化与规范提交；能够配置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目标：建立“代码是团队资产”的协作意识，养成规范化、可追溯的工程开发习惯。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PEP8规范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Git基本操作(init/add/commit)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五题闯关全过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能conda activate pp03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题目：requirements.txt的作用？venv为什么必须.gitignore？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任务背景：进组第一件事不是写代码。方总监下令：全组统一工程底座，'以后所有代码都长在这个模板上。'——工单P1.2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知识详解：标准目录结构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标准目录结构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目录即车间布局：src生产区/tests质检区/config图纸/data原料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工程模板骨架——新项目复制即用不重搭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src/cleaner.py + tests/test_cleaner.py 成对出现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误区：全堆一个根目录——reviewer看目录就懂分层，混放=不及格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知识详解：venv/conda沙箱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venv/conda沙箱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虚拟环境=每台机器各配工具箱：A要库1.0、B要2.0互不打架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多人协作/多项目共存的版本冲突解法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conda create -n pp03 &amp;&amp; conda activate pp03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误区：不激活就pip install——装进base等于白装，命令行看前缀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知识详解：Git五步工作流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Git五步工作流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Git五步=写日记五连：clone取本子→add记→commit存→branch分册→merge合册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模板即资产：Git记录就是可追溯的开发档案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git add . &amp;&amp; git commit -m 'feat: 工程模板'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误区：一周一commit大杂烩——小步提交才能回滚到任意中间态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知识详解：commit前缀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commit前缀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前缀=提交的分类标签：feat新功能/fix修bug/docs文档/test测试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教师按前缀审贡献——message质量即工程素养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feat: 完成P1.2目录规范 + .gitignore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误区：'改了一些东西'式message=日记写'今天有事'——无法回溯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知识详解：pylint与black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pylint与black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pylint=机器质检员打分；black=自动整形师——先过机器再过人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代码审查的机器闸门——pylint≥8.5是工单硬指标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black src/ 秒级格式化；pylint src/ 出分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误区：风格争议人肉吵——交给black零讨论成本，pylint只看逻辑分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知识应用（5）：pylint评分≥8.5；black格式化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pylint评分≥8.5；black格式化。在两江智造产线上的用法：见工单starter与教师参考实现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知识详解：pytest自动发现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pytest自动发现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pytest=自动点名的考官：test_开头文件与函数自动收集执行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TDD入门——先写test_clean再写clean，测试先行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test_clean(): assert clean('脏') == '净'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误区：测试文件名不带test_前缀——pytest根本不收，跑了等于没跑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知识应用（6）：pytest自动发现test_函数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pytest自动发现test_函数。在两江智造产线上的用法：def test_clean():assert...——文件名test_开头函数自动被pytest收集运行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test_clean():assert...——文件名test_开头函数自动被pytest收集运行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像企业团队一样写代码（1）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PEP 8规范详解：命名、缩进、行长、导入顺序；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虚拟环境（venv）与依赖管理（requirements.txt）；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Git版本控制：init、add、commit、branch、merge；GitHub/Gitea仓库使用；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message规范与分支策略入门。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本课决策题：决策：检查工具选型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生成标准结构src/tests/config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venv+requirements+首次规范commit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dev分支创建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venv可用+仓库+结构完整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依赖可还原+dev分支规范合并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配置pre-commit钩子：commit前自动black+flake8)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生成标准结构src/tests/config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venv+requirements+首次规范commit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dev分支创建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venv/与__pycache__必须进.gitignore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commit要小步：一个功能一个commit带feat:/fix:前缀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pytest从根目录跑，导入路径用src.包名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venv被提交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加venv/与__pycache__/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看终端前缀(venv)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D·学徒（≥60）：Git四关——跟做保底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C·操作员（≥70）：基础模板——基础完成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B·组长（≥80）：模板+工具链——标准达成+帮带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A·师傅（≥90）：CI/pre-commit——进阶拓展+费曼讲解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步骤1：生成标准结构src/tests/config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步骤2：venv+requirements+首次规范commit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步骤3：dev分支创建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P2.1 清洗管道完成态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打回单/坏行明细已输出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质量评分 ≥ 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退出码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169831"/>
            <a:ext cx="4600000" cy="106033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venv被提交 · 全局py环境混乱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排错题：出现「venv被提交」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原因：.gitignore缺；解决：加venv/与__pycache__/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知识：标准结构：src/tests/confi；venv沙箱隔离；requirement；Git五步：init/add/commi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交付：工单P1.2《标准Python工程模板》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