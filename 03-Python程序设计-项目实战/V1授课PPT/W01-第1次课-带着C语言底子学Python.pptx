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W01 · 第1次课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带着C语言底子学Python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P1.1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716598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716598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Python基础练习五题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企业数据平台入职考核：带着C语言底子完成Python迁移，5道渐进题+Git托管。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自包含工程应用课：C语言底子直接上工业项目（P1-P7任务链）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数据工程师 / 数据分析 / AI应用 / 采集技术员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Python开发 · 数据应用与服务（1+X）· AI应用实践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前置仅需C语言 → 本课8周 → 后：毕业设计/平台实习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C→Py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516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4516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工程规范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9539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539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5621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621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NumP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7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847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交互式仪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6073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6073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多线程采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9629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629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数据库设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652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652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Scik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连续剧情 · 你（小郑）的第1次出场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598485"/>
            <a:ext cx="4261104" cy="334098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25917"/>
            <a:ext cx="4206240" cy="32861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B2B28"/>
                </a:solidFill>
                <a:latin typeface="Microsoft YaHei"/>
                <a:ea typeface="Microsoft YaHei"/>
              </a:rPr>
              <a:t>企业数据平台入职考核：带着C语言底子完成Python迁移，5道渐进题+Git托管。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P1.1 · Python基础练习五题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题1-2: 换算器/一元二次(含分支)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题3: 设备增删改查(字典)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E6A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方总监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吴工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完成C→Python的语法映射认知；掌握列表、字典等C语言没有的数据结构；理解Python引用语义与异常处理机制。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能够独立完成5个Python基础练习题（及格≥3题正确运行）；代码PEP 8规范达75%；具备基本的调试排错能力。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建立多语言工程视野，体会“语言是工具、问题是中心”的工程观，为快速学习新语言建立方法论。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366316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36631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1.题1-2: 换算器…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479397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47939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2.题3: 设备增删改…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32593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32593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3.题4: PLC子类…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本章聚焦：语法迁移——重点： · 控制流与函数的C→Python映射…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C→Python四映射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('C声明才分配、Python赋值即创建；C的int定宽、Pyth…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引用语义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("Python变量存的是'对象的引用'（C的指针但不可做算术）：…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列表扩容与字典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('列表底层是过分配数组：预留空间摊还扩容成本，append均摊O…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B01 C→Python四映射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四映射=C户口迁Python：声明→动态/大括号→缩进/指针→引用/printf→f-string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原理：C声明才分配、Python赋值即创建；C的int定宽、Python的int无限精度；C指针手动管内存、Python引用自动回收；C数组定长、Python列表动态——四大心智迁移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C老手最快上手路径——心里有C对照着学少走弯路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怎么判断：带着C直觉写Python会卡在'要不要先声明'——记住：赋值即声明即初始化三合一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int x=5 → x=5；printf("%d",x) → print(f'{x}')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逐行看：int x;←C要先声明；x=10 ←Python一步到位；x='abc' 还能换类型（C里类型锁死）——变量=贴标签不是开盒子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误区：Python变量无需声明≠无需理解类型——类型还在，只是贴在值上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进阶：Python里写struct/typedef的冲动改用dataclass；malloc/free的世界交给垃圾回收——专注业务别管内存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C→Python四映射：一张图看懂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3ca9a4af815bb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追问：误区：Python变量无需声明≠无需理解类型——类型还在，只是贴在值上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一句话：四映射=C户口迁Python：声明→动态/大括号→缩进/指针→引用/printf→f-st…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何时用：C老手最快上手路径——心里有C对照着学少走弯路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B02 引用语义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b=a不复制货只抄门牌号——两人开同一扇门，动b就是动a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原理：Python变量存的是'对象的引用'（C的指针但不可做算术）：a=b不是拷贝数据而是两个名字指向同一对象——改一可见二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函数传参/复制数据时的隐性共享——改b连a一起变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怎么判断：函数传列表、两变量'同步变化'的灵异事件，九成是引用共享——浅拷贝copy()只拷第一层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b = a.copy()浅拷贝；copy.deepcopy(a)深拷贝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逐行看：b=a 两名共一物；a.append(9) 后b也多一个9；b=a.copy() 才是新列表（但嵌套的子列表仍共享）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误区：以为=是复制——嵌套列表必须deepcopy，浅拷贝只拷外壳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进阶：import copy; copy.deepcopy(d)深拷贝连嵌套层全断开；is判同一对象、==判值相等——排引用问题先看is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引用语义：一张图看懂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77faba06f7d9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追问：误区：以为=是复制——嵌套列表必须deepcopy，浅拷贝只拷外壳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一句话：b=a不复制货只抄门牌号——两人开同一扇门，动b就是动a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何时用：函数传参/复制数据时的隐性共享——改b连a一起变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B03 列表扩容与字典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列表append=货架自动加长；字典O(1)=储物柜直取不开抽屉翻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原理：列表底层是过分配数组：预留空间摊还扩容成本，append均摊O(1)；字典是哈希表：键算哈希直达桶位，查找O(1)——选型看访问模式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采集缓冲攒够1000条批量入库——工程节奏控制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怎么判断：按下标顺序扫→列表；按键随机查→字典；既要顺序又要按键查→列表+字典索引双结构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buffer.append(row)；if len(buffer)&gt;=1000: flush()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逐行看：lst.append(x) 尾部追加快（预留位）；lst.insert(0,x) 头部插入慢（全体后移O(n)）；d[key] 哈希直达——'排队'与'查档'两套物理结构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误区：C的malloc预分配习惯搬来——Python列表自增长已优化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进阶：from collections import deque双端队列两头都快；字典遍历时别改键（RuntimeError），先list(d.keys())快照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列表扩容与字典：一张图看懂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118d78f7d5fea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追问：误区：C的malloc预分配习惯搬来——Python列表自增长已优化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一句话：列表append=货架自动加长；字典O(1)=储物柜直取不开抽屉翻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何时用：采集缓冲攒够1000条批量入库——工程节奏控制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本章聚焦：语法迁移——重点： · 控制流与函数的C→Python映射…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引用vs拷贝(C人必踩)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a = [1, 2,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异常读取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try: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双栏对照法完成语法迁移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双栏对照法完成语法迁移——应用：见工单starter与教师参考实现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五题渐进练习全通过py…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五题渐进练习全通过pytest断言——应用：见工单starter与…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异常保护文件读取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异常保护文件读取——应用：见工单starter与教师参考实现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引用vs拷贝(C人必踩)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a = [1, 2, 3]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b = a              # 引用!类似指针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b.append(4)        # a也变了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 = list(a)        # 真拷贝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异常读取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完整上下文见工单与 starter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try: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with open(path, encoding="utf-8") as f: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return f.read()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except FileNotFoundError: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return "FILE_NOT_FOUND"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本段为函数体/流程节选——完整可运行版本在 starter 与教师参考，课堂按工单步骤跟打。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b改a也变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引用语义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list(a)或a.copy()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混用Tab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跨编辑器报错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统一4空格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=当==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条件失效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比较用==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本章聚焦：语法迁移——重点： · 控制流与函数的C→Python映射…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P1.1 · Python基础练习五题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题1-2: 换算器/一元二次(含分支)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题3: 设备增删改查(字典)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题4: PLC子类(scan_ms)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≥3题正确+PEP8≥75%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5题全对+PEP8≥85%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P1.1 五题闯关完成态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962085"/>
            <a:ext cx="7918704" cy="214744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89517"/>
            <a:ext cx="7863840" cy="20925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五道断言全部 PASS（5/5）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每题函数有实现与注释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退出码0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截图含文件名与输出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五题+测试用例+讲解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91973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91973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达标：PEP8≥85%+笔记10条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每题附3边界断言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pytest全绿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挑1条向全班讲解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五题全对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308430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30843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达标：PEP8≥85%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完成题1-5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过内置断言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命名规范检查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三题保底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05872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05872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达标：题1-3正确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换算器+方程+字典管理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断言通过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注释补全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两题跟做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达标：能运行出结果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跟做题1/2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改参数再跑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记录一处差异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决策：题3容器选型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539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557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575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元组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按ID查设备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368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86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04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保持顺序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368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386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04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ID不可变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368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386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04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C的int a[10]对应Python什么？引用语义和指针区别？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≥3题正确+PEP8≥75%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5题全对+PEP8≥85%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e2ea5171061f9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C→Python四映射：四映射=C户口迁Python：声明→动态/大括…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引用语义：b=a不复制货只抄门牌号——两人开同一扇门，动…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列表扩容与字典：列表append=货架自动加长；字典O(1)=…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①工单P1.1收尾跑绿并上传 ②错题本记1条 ③预习微课+导学单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完成工单P1.1《Python基础练习五题》：及格标准≥3题正确+PEP 8≥75%；优秀标准5题全对+PEP 8≥85%+命名有意义；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整理个人《C→Python迁移对照笔记》；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预习PEP 8规范与Git基础操作。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学号_姓名_W01.py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列表与字典：C里没有的武器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进组第一件事不是写代码。方总监下令：全组统一工程底座，'以后所有代码都长在这个模板上。'——工单P1.2：交付标准工程模板（venv+Git+目录规范），模板即资产。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工单P1.1跑绿并上传学习平台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列表与字典：C里没有的武器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带着C语言底子学Python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