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W02 · 第4次课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交付你的第一个工程模板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P1.2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716598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716598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标准Python工程模板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团队多人协作在即：统一工程底座，后续7个工单全部在此模板上开发——模板即资产。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commit message为什么要feat:/fix:前缀？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5E54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工程规范——重点：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PEP 8核心条款；venv与依赖管理流程；Git五步工作…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b改a也变：引用语义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修法：list(a)或a.copy()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6E6A"/>
                </a:solidFill>
                <a:latin typeface="Microsoft YaHei"/>
                <a:ea typeface="Microsoft YaHei"/>
              </a:rPr>
              <a:t>本节主线：标准结构：src/tests/config/data/do… / venv沙箱隔离；requirements.txt冻结 / Git五步：init/add/commit/branch/…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掌握PEP 8规范要点；掌握venv虚拟环境与requirements.txt依赖管理；掌握Git基本工作流与项目结构规范。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能够搭建含src/tests/docs/config的标准工程模板；能够完成Git仓库初始化与规范提交；能够配置代码检查与自动格式化工具。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建立“代码是团队资产”的协作意识，养成规范化、可追溯的工程开发习惯。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231696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2316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1.pytest为题1…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188618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18861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2.pylint评分≥…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4713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4713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3.重构P1.1入模板…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本章聚焦：工程规范——重点： · PEP 8核心条款；venv与依赖…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commit前缀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('commit前缀给提交贴类型标签：feat新功能/fix修bu…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pylint与black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('pylint静态扫描打分（10分制）抓命名/复杂度/坏味道，b…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pytest自动发现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('pytest自动发现：文件名test_*.py、函数名test…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B04 commit前缀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前缀=提交的分类标签：feat新功能/fix修bug/docs文档/test测试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原理：commit前缀给提交贴类型标签：feat新功能/fix修bug/docs文档/refactor重构/test测试——历史即变更日志，可读可检索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教师按前缀审贡献——message质量即工程素养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怎么判断：团队规约：无前缀commit不予合并——git log --grep=feat秒筛功能演进史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feat: 完成P1.2目录规范 + .gitignore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逐行看：git commit -m 'fix: 修复3号PLC断线重连死循环' 前缀+模块+动作——三要素写全，半年后还能看懂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误区：'改了一些东西'式message=日记写'今天有事'——无法回溯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进阶：Conventional Commits标准（feat/fix/chore...）；commit message体写why不写what（diff已说明what）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commit前缀：一张图看懂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7b8fe8fc255fae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追问：误区：'改了一些东西'式message=日记写'今天有事'——无法回溯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一句话：前缀=提交的分类标签：feat新功能/fix修bug/docs文档/test测试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何时用：教师按前缀审贡献——message质量即工程素养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B05 pylint与black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pylint=机器质检员打分；black=自动整形师——先过机器再过人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原理：pylint静态扫描打分（10分制）抓命名/复杂度/坏味道，black自动格式化（不可配置、无争议）——机器管风格，人管逻辑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代码审查的机器闸门——pylint≥8.5是工单硬指标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怎么判断：提交前跑pylint src/ ≥8.0分门槛；black src/一键统一格式——代码评审不再吵架缩进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black src/ 秒级格式化；pylint src/ 出分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逐行看：pylint src/w6.py 输出评分+问题清单（C0103命名不规范之类）；black src/ 全仓库重排——工具替你守门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误区：风格争议人肉吵——交给black零讨论成本，pylint只看逻辑分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进阶：pyproject.toml里[tool.black]统一团队配置；pylint --disable=C0103关掉团队不采纳的规则——规则要裁剪不要全收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pylint与black：一张图看懂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76ebebcd9cf0d1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追问：误区：风格争议人肉吵——交给black零讨论成本，pylint只看逻辑分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一句话：pylint=机器质检员打分；black=自动整形师——先过机器再过人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何时用：代码审查的机器闸门——pylint≥8.5是工单硬指标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B06 pytest自动发现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pytest=自动点名的考官：test_开头文件与函数自动收集执行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原理：pytest自动发现：文件名test_*.py、函数名test_*即被收集，无需注册——断言用裸assert，失败自动展示上下文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TDD入门——先写test_clean再写clean，测试先行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怎么判断：回归防线：每修一个bug写一个test_函数锁住——下次改坏立刻红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def test_clean(): assert clean('脏') == '净'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逐行看：def test_parse(): assert parse('PUMP-03:78.5')==78.5 —— assert即测试；pytest tests/ 一键跑全部，绿点过红叉挂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误区：测试文件名不带test_前缀——pytest根本不收，跑了等于没跑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进阶：pytest -k plc按关键词筛跑；fixture共享测试数据；参数化@pytest.mark.parametrize一次测多组边界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pytest自动发现：一张图看懂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9472a1851f999f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追问：误区：测试文件名不带test_前缀——pytest根本不收，跑了等于没跑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一句话：pytest=自动点名的考官：test_开头文件与函数自动收集执行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何时用：TDD入门——先写test_clean再写clean，测试先行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本章聚焦：工程规范——重点： · PEP 8核心条款；venv与依赖…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规范提交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git checkout -b dev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生成标准工程模板并推G…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生成标准工程模板并推Git——应用：见工单starter与教师参考…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dev分支开发与规范合并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dev分支开发与规范合并——应用：见工单starter与教师参考实现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配置检查工具与自动格式化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配置检查工具与自动格式化——应用：见工单starter与教师参考实现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编写第一个单元测试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编写第一个单元测试——应用：见工单starter与教师参考实现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规范提交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命令行操作 · 在终端执行（非Python）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命令行 · 终端执行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git checkout -b dev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git add src/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git commit -m "feat: 完成数据采集模块"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git checkout main &amp;&amp; git merge dev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在终端逐行执行；首次使用先看《课程软件与环境配置完全指南》对应章节。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venv被提交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.gitignore缺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加venv/与__pycache__/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全局py环境混乱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没激活venv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看终端前缀(venv)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一次commit全部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无说明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小步提交带前缀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本章聚焦：工程规范——重点： · PEP 8核心条款；venv与依赖…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P1.2 · 标准Python工程模板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pytest为题1写3个断言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pylint评分≥8.5截图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重构P1.1入模板(规范commit)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venv可用+仓库+结构完整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CI/pre-commit钩子(超优)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P1.2 工程模板生成完成态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402287"/>
            <a:ext cx="7918704" cy="326704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429719"/>
            <a:ext cx="7863840" cy="321217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industrial_project/ 十文件齐全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git五步命令逐条执行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pylint评分≥8.5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pytest测试通过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CI/pre-commit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382605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382605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达标：Actions绿钩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GitHub Actions配置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pre-commit钩子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pylint 9+截图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模板+工具链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66651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66651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达标：pylint≥8.5+pyte…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运行p12模板生成器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flake8+black配置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为题1写3断言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基础模板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589786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58978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达标：结构完整可运行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生成模板目录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git init+首次commit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跑通main.py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Git四关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576997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5769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达标：init到merge走通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闯关练习四关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每步截图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commit带说明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决策：检查工具选型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严格度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自动修复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pylint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flake8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black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commit message为什么要feat:/fix:前缀？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venv可用+仓库+结构完整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CI/pre-commit钩子(超优)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55d747ccb71fc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commit前缀：前缀=提交的分类标签：feat新功能/fix修…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pylint与black：pylint=机器质检员打分；black=自动…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pytest自动发现：pytest=自动点名的考官：test_开头文…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①工单P1.2收尾跑绿并上传 ②错题本记1条 ③预习微课+导学单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完成工单P1.2《标准Python工程模板》：及格标准环境可用+仓库初始化+结构完整；优秀标准依赖可还原+CI配置+检查工具集成；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用模板重构P1.1练习代码并提交规范commit；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预习Pandas的Series与DataFrame概念。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学号_姓名_W02.py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认识工业数据的两大容器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一号厂区发来一个月的传感器原始数据，中台拒收：缺失、异常、格式混乱。吴工：'数据不干净，后面全是空中楼阁。'——工单P2.1：Pandas七步清洗管道，质量评分冲85+。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工单P1.2跑绿并上传学习平台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认识工业数据的两大容器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W02-04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交付你的第一个工程模板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