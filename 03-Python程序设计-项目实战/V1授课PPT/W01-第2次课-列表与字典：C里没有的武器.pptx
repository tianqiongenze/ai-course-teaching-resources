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W01 · 第2次课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列表与字典：C里没有的武器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P1.1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716598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716598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Python基础练习五题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企业数据平台入职考核：带着C语言底子完成Python迁移，5道渐进题+Git托管。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缩进即语法——你踩过哪些C习惯的坑？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E54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语法迁移——重点：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控制流与函数的C→Python映射；列表/字典/元组三大容…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首课无历史坑——今天开始给自己建一份《错题本》。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6E6A"/>
                </a:solidFill>
                <a:latin typeface="Microsoft YaHei"/>
                <a:ea typeface="Microsoft YaHei"/>
              </a:rPr>
              <a:t>本节主线：C→Python映射：声明→动态/大括号→缩进/指针→引用 / 引用语义：b=a后改b会动a(列表不拷贝)——应用：imp… / 列表append动态扩容；字典O(1)查找——应用：buf…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完成C→Python的语法映射认知；掌握列表、字典等C语言没有的数据结构；理解Python引用语义与异常处理机制。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能够独立完成5个Python基础练习题（及格≥3题正确运行）；代码PEP 8规范达75%；具备基本的调试排错能力。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建立多语言工程视野，体会“语言是工具、问题是中心”的工程观，为快速学习新语言建立方法论。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479397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47939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1.题5: 带异常保护…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282852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282852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2.全部过pytest…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33670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33670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3.整理《C→Pyth…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本章聚焦：语法迁移——重点： · 控制流与函数的C→Python映射…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try/except替代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("C用返回码(-1表错)让调用方自查，Python用异常沿栈上抛…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类=struct+函数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("C的struct只装数据、函数在外；Python的类把'数据+…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缩进规范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('Python用缩进表达块结构（C用花括号）：同一块必须同缩进—…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05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B04 try/except替代错误码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C层层if判错误码=快递每站验货；Python异常=坏件直接退回总站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原理：C用返回码(-1表错)让调用方自查，Python用异常沿栈上抛直到有人接——错误处理从'每层if'变'一处兜底'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连接超时/文件缺失——错误处理集中化不污染主逻辑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怎么判断：文件/网络/解析三层调用，错误只在最外层try一次——中间层干净写主流程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try: conn=connect() except TimeoutError: 重试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逐行看：C: if(read()&lt;0) return -1 层层传染；Python: 最外try/except FileNotFoundError 一处接住——代码量少一半，主逻辑不掺错误分支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误区：异常当goto滥用——只对'真异常'用，正常分支别进try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进阶：自定义异常类携带业务上下文（class SensorError(Exception)带dev_id）；异常链raise from保留根因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try/except替代错误码：一张图看懂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968" y="1362456"/>
            <a:ext cx="7188800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d11c6f5049574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0" y="1389888"/>
            <a:ext cx="7133936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elif 顺序就是优先级：先判危险再判警告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边界值 79.9/80/80.1 三测法必做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追问：误区：异常当goto滥用——只对'真异常'用，正常分支别进try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一句话：C层层if判错误码=快递每站验货；Python异常=坏件直接退回总站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何时用：连接超时/文件缺失——错误处理集中化不污染主逻辑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B05 类=struct+函数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C的struct=数据仓库；Python类=仓库+员工——数据行为一体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原理：C的struct只装数据、函数在外；Python的类把'数据+操作'绑一起：属性=struct字段、方法=绑定的函数——自带命名空间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设备采集器封装——数据与操作不分离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怎么判断：从C迁移心智：把'struct+配套函数组'直接翻译成类——Device{char id[8]}+start()→class Device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class Device: self.code=…; def start(self): …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逐行看：class Device: 属性区（self.dev_id）；方法区（def start）——比C的struct Device + void start(Device*) 少传一层指针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误区：类当struct用只放数据不放方法——封装价值损失一半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进阶：dataclass装饰器@dataclass自动生成__init__/__repr__——纯数据类十行变三行；具名元组轻量替代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类=struct+函数：一张图看懂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3081a2e42d52f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追问：误区：类当struct用只放数据不放方法——封装价值损失一半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一句话：C的struct=数据仓库；Python类=仓库+员工——数据行为一体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何时用：设备采集器封装——数据与操作不分离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B06 缩进规范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缩进即语法块=用磅秤分装不许手掂——4空格统一禁Tab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原理：Python用缩进表达块结构（C用花括号）：同一块必须同缩进——4空格是PEP 8军规，Tab/空格混用直接报错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从C大括号迁来的最大习惯差异——Tab混用直接TabError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怎么判断：从C转来最容易'忘冒号'和'混Tab'——PyCharm设置Tab自动转4空格一劳永逸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PyCharm设置显示空白字符——一眼辨Tab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逐行看：if x&gt;80: 冒号必须有；换行后4空格缩进进块——块结束=回到上一级缩进，没有end/}收尾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误区：混用Tab与4空格本地能跑提交报错——IDE统一转换开起来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进阶：行太长用括号续行或\；PyCharm的Reformat Code一键规范缩进——格式问题永远交给工具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缩进规范：一张图看懂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383324"/>
            <a:ext cx="7278624" cy="37164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046cd9fd64a70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10756"/>
            <a:ext cx="7223760" cy="3661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外键 FK 把四张表串成一张网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1:N 关系：一台设备多个测点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追问：误区：混用Tab与4空格本地能跑提交报错——IDE统一转换开起来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一句话：缩进即语法块=用磅秤分装不许手掂——4空格统一禁Tab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何时用：从C大括号迁来的最大习惯差异——Tab混用直接TabError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本章聚焦：语法迁移——重点： · 控制流与函数的C→Python映射…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引用vs拷贝(C人必踩)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a = [1, 2,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异常读取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try: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双栏对照法完成语法迁移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双栏对照法完成语法迁移——应用：见工单starter与教师参考实现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五题渐进练习全通过py…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五题渐进练习全通过pytest断言——应用：见工单starter与…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异常保护文件读取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异常保护文件读取——应用：见工单starter与教师参考实现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引用vs拷贝(C人必踩)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a = [1, 2, 3]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b = a              # 引用!类似指针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b.append(4)        # a也变了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 = list(a)        # 真拷贝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异常读取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完整上下文见工单与 starter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try: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with open(path, encoding="utf-8") as f: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return f.read()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except FileNotFoundError: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return "FILE_NOT_FOUND"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本段为函数体/流程节选——完整可运行版本在 starter 与教师参考，课堂按工单步骤跟打。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14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b改a也变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引用语义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list(a)或a.copy()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混用Tab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跨编辑器报错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统一4空格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=当==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条件失效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比较用==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本章聚焦：语法迁移——重点： · 控制流与函数的C→Python映射…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P1.1 · Python基础练习五题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题5: 带异常保护的文件读取器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全部过pytest断言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整理《C→Python迁移对照笔记》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≥3题正确+PEP8≥75%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5题全对+每题测试用例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P1.1 五题闯关完成态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962085"/>
            <a:ext cx="7918704" cy="214744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89517"/>
            <a:ext cx="7863840" cy="20925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五道断言全部 PASS（5/5）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每题函数有实现与注释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退出码0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截图含文件名与输出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五题+测试用例+讲解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91973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91973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达标：PEP8≥85%+笔记10条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每题附3边界断言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pytest全绿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挑1条向全班讲解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五题全对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308430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30843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达标：PEP8≥85%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完成题1-5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过内置断言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命名规范检查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三题保底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305872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305872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达标：题1-3正确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换算器+方程+字典管理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断言通过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注释补全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两题跟做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达标：能运行出结果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跟做题1/2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改参数再跑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记录一处差异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决策：题3容器选型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539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557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575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元组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按ID查设备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368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386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04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保持顺序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368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386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04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ID不可变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368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386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04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缩进即语法——你踩过哪些C习惯的坑？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≥3题正确+PEP8≥75%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5题全对+每题测试用例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89b5ca97cda366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try/except替代错误码：C层层if判错误码=快递每站验货；Python…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类=struct+函数：C的struct=数据仓库；Python类=仓…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缩进规范：缩进即语法块=用磅秤分装不许手掂——4空格统一…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①工单P1.1收尾跑绿并上传 ②错题本记1条 ③预习微课+导学单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完成工单P1.1《Python基础练习五题》：及格标准≥3题正确+PEP 8≥75%；优秀标准5题全对+PEP 8≥85%+命名有意义；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整理个人《C→Python迁移对照笔记》；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预习PEP 8规范与Git基础操作。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学号_姓名_W01.py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像企业团队一样写代码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进组第一件事不是写代码。方总监下令：全组统一工程底座，'以后所有代码都长在这个模板上。'——工单P1.2：交付标准工程模板（venv+Git+目录规范），模板即资产。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工单P1.1跑绿并上传学习平台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像企业团队一样写代码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列表与字典：C里没有的武器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