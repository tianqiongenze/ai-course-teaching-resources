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8" r:id="rId60"/>
    <p:sldId id="310" r:id="rId62"/>
    <p:sldId id="314" r:id="rId66"/>
    <p:sldId id="315" r:id="rId67"/>
    <p:sldId id="316" r:id="rId68"/>
    <p:sldId id="317" r:id="rId69"/>
    <p:sldId id="365" r:id="rId82"/>
    <p:sldId id="366" r:id="rId80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40.xml"/><Relationship Id="rId72" Type="http://schemas.openxmlformats.org/officeDocument/2006/relationships/slide" Target="slides/slide41.xml"/><Relationship Id="rId74" Type="http://schemas.openxmlformats.org/officeDocument/2006/relationships/slide" Target="slides/slide42.xml"/><Relationship Id="rId76" Type="http://schemas.openxmlformats.org/officeDocument/2006/relationships/slide" Target="slides/slide43.xml"/><Relationship Id="rId78" Type="http://schemas.openxmlformats.org/officeDocument/2006/relationships/slide" Target="slides/slide44.xml"/><Relationship Id="rId79" Type="http://schemas.openxmlformats.org/officeDocument/2006/relationships/slide" Target="slides/slide45.xml"/><Relationship Id="rId80" Type="http://schemas.openxmlformats.org/officeDocument/2006/relationships/slide" Target="slides/slide39.xml"/><Relationship Id="rId81" Type="http://schemas.openxmlformats.org/officeDocument/2006/relationships/slide" Target="slides/slide46.xml"/><Relationship Id="rId82" Type="http://schemas.openxmlformats.org/officeDocument/2006/relationships/slide" Target="slides/slide38.xml"/><Relationship Id="rId83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5" Type="http://schemas.openxmlformats.org/officeDocument/2006/relationships/slide" Target="slides/slide75.xml"/><Relationship Id="rId116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开场30秒：本次课《喂给模型好数据，模型才聪明》，80分钟＝2课时×40分钟。课前已发工单+starter+微课知识卡，资讯·计划线上完成。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你的M1.1模型上线试跑，准确率78%，但老周在周会上指出：上周轴承磨损被误报成正常两次。'误报能忍，漏报要命。'林工拍拍你：别急着换模型，先喂它更好的数据——工单M1.2：用特征工程把准确率再提5%以上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详解B1·Streamlit脚本式交互：先读定义→场景为什么用它→看代码实例→扩展给A层。C/D层掌握前三格，A层加扩展格。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详解B2·cache缓存：先读定义→场景为什么用它→看代码实例→扩展给A层。C/D层掌握前三格，A层加扩展格。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详解B3·st.metric指标卡：先读定义→场景为什么用它→看代码实例→扩展给A层。C/D层掌握前三格，A层加扩展格。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详解B4·Plotly交互图：先读定义→场景为什么用它→看代码实例→扩展给A层。C/D层掌握前三格，A层加扩展格。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详解B5·Jinja2模板：先读定义→场景为什么用它→看代码实例→扩展给A层。C/D层掌握前三格，A层加扩展格。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现场演示《消融实验循环》：三步走——先整段跑通看结果，再逐行讲关键语句，最后现场改一个参数看输出变化（演10分钟的核心素材）。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现场演示《派生特征+网格搜索》：三步走——先整段跑通看结果，再逐行讲关键语句，最后现场改一个参数看输出变化（演10分钟的核心素材）。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工单发布话术：'设备智能运维中心发来工单M1.2《特征工程优化的故障诊断系统》，及格线是准，优秀线看A层标准'——念完发starter。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错误速查：现场演示第一条——制造「调参后测试指标反降」，带着学生按'现象→原因→解决'三步排查。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喂给模型好数据，模型才聪明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喂给模型好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数据，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特征构建：由原始列派生新列(比值/乘积/统计量) · 归一化Min-Max：压到[0,1]，受极值影响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标准化Z-score：均值0方差1，更适合近似正态 · 树模型对单调缩放不敏感——决策矩阵要体现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派生≥2个物理含义明确的特征 · 实现消融实验并记录每步指标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基础知识线：特征构建：由原始列派生新列(比值/乘积/统计量)；归一化Min-Max：压到[0,1]，受极值影响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继续夯实线：标准化Z-score：均值0方差1，更适合近似正态；树模型对单调缩放不敏感——决策矩阵要体现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技能线：派生≥2个物理含义明确的特征；实现消融实验并记录每步指标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M1.2《特征工程优化的故障诊断系统》——本课工单即考核单元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目标：掌握特征构建、归一化与标准化的方法；理解不平衡数据处理策略与超参数调优的基本流程。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目标：能够对工业数据进行特征工程并使模型准确率提升≥5%；能够使用交叉验证评估模型稳定性并撰写性能对比分析。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目标：培养“数据质量决定模型上限”的工程严谨态度，形成通过实验对比验证方案优劣的科学思维。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Min-Max归一化与Z-score标准化各适用什么分布？树模型需要归一化吗？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题目：Min-Max归一化与Z-score标准化各适用什么分布？树模型需要归一化吗？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你的M1.1模型上线试跑，准确率78%，但老周在周会上指出：上周轴承磨损被误报成正常两次。'误报能忍，漏报要命。'林工拍拍你：别急着换模型，先喂它更好的数据——工单M1.2：用特征工程把准确率再提5%以上。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任务背景：你的M1.1模型上线试跑，准确率78%，但老周在周会上指出：上周轴承磨损被误报成正常两次。'误报能忍，漏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掌握特征构建、归一化与标准化的方法；理解不平衡数据处理策略与超参数调优的基本流程。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能够对工业数据进行特征工程并使模型准确率提升≥5%；能够使用交叉验证评估模型稳定性并撰写性能对比分析。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培养“数据质量决定模型上限”的工程严谨态度，形成通过实验对比验证方案优劣的科学思维。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知识详解：Streamlit脚本式交互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Streamlit脚本式交互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零前端基础出交互页面——数据分析师的浏览器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st.title('产线KPI'); st.sidebar.selectbox('设备', devs)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知识详解：cache缓存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cache缓存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读库/重计算函数加缓存——交互秒开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@st.cache_data def load(): return pd.read_sql(…)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知识详解：st.metric指标卡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st.metric指标卡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KPI仪表盘的第一视觉元素——OEE/停机/产量三卡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c1.metric('OEE','87%',delta='+2%')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知识详解：Plotly交互图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Plotly交互图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Plotly=会动会说话的图：悬停看数/框选放大/图例开关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仪表盘交互图表——静态图给不了的能力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px.line(df, x='ts', y='temp') → st.plotly_chart(fig)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误区：matplotlib对象塞给plotly_chart——两套体系不互通，统一用一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知识详解：Jinja2模板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Jinja2模板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Jinja2=填空合同：{{变量}}挖坑，render时数据填坑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HTML日报模板一次写好，数据每天自动填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Template('…{{kpi}}…').render(kpi='87%')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误区：模板里拼SQL/逻辑——模板只管样式，逻辑留在Python侧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四段式=新闻倒金字塔：概览→分析→异常→附表（与02课W10同口径）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跨课统一口径：P3日报与02课PDF日报同构——一次学会两处复用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概览一段+分析一图+异常一表+附录数据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误区：两课各写一套格式——统一模板思维，资产可迁移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派生≥2个物理含义明确的特征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实现消融实验并记录每步指标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使用GridSearchCV调参(仅训练集)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用5折交叉验证输出均值±方差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喂给模型好数据，模型才聪明（1）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特征工程理论精讲：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特征构建：从原始工业数据到有效特征的变换方法（差值、比值、统计量）；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数据归一化（Min-Max）与标准化（Z-score）的原理与选择依据；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不平衡数据处理：故障样本不足时的过采样与欠采样策略；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模型超参数调优基础：网格搜索（GridSearchCV）与交叉验证。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喂给模型好数据，模型才聪明（2）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工单项目M1.2实验（80分钟）：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对M1.1故障数据进行探索性分析与特征构建；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尝试不同预处理方法并对比模型性能差异；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使用交叉验证评估模型稳定性，完成性能对比报告。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关键代码：消融实验循环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ABLATION = []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evaluate(tag, Xa):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m = RandomForestClassifier(random_state=42).fit(Xtr2, ytr2)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acc = (m.predict(Xte2) == yte2).mean()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ABLATION.append((tag, acc))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print(f"[消融]{tag:&lt;14} acc={acc:.3f}")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关键代码：派生特征+网格搜索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Xf = np.c_[Xc, Xc[:,3]/Xc[:,4]]           # 振动/电流比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GridSearchCV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 = GridSearchCV(RandomForestClassifier(random_state=42),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{"n_estimators":[50,100,200]}, cv=5)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gs.fit(Xtr, ytr)      # 只用训练集!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print(gs.best_params_, gs.best_score_)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决策：预处理组合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信息损失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引入偏差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dropna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均值填充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插值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另：归一化对树模型无收益——矩阵中体现并写明理由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本课决策题：决策：预处理组合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实施任务：工单M1.2《特征工程优化的故障诊断系统》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3σ清洗噪声样本并记录条数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构建≥2个派生特征(振动/电流比等)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逐步消融：清洗→特征→调参，记录每步指标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5折交叉验证评估稳定性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准确率较基线提升≥5%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提升≥10%且F1≥0.80；≥3种优化方法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清洗: 450 → 442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基线               acc=1.000 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+派生特征            acc=1.000 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+网格搜索      acc=1.000 最优参数={'n_estimators': 50}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5折CV: 1.000 ± 0.000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提升: 0.0%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决策: 树模型对归一化不敏感(矩阵中此项打低分), 故缩放不采纳。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工程化项目/m12_data_quality/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src/data_quality/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跑通消融演示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运行starter消融循环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把fillna改成dropna观察差异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记录两版结果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能复述每步指标变化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完成清洗+1个新特征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3σ清洗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加1个派生特征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前后准确率对比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提升≥5%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完成特征工程全流程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3σ清洗并记录条数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构建振动/电流比等2特征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网格搜索n_estimators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提升≥7%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≥3种优化组合+交叉验证报告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清洗+2特征+缩放+调参全链路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消融表逐步留痕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CV稳定性报告+生产推荐配置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提升≥10%且F1≥0.80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对最优组合做5折交叉验证稳定性报告，并给出一版“生产推荐配置”)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3σ清洗噪声样本并记录条数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构建≥2个派生特征(振动/电流比等)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逐步消融：清洗→特征→调参，记录每步指标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5折交叉验证评估稳定性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树模型对单调缩放不敏感——决策矩阵里要体现此判断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网格搜索只在训练集上做，否则数据泄漏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噪声样本用3σ法截断，删除数量要记录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调参后测试指标反降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在全量数据上调参(泄漏)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严格train上调、test只看一次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归一化后树模型无变化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树对单调缩放不敏感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正常现象，矩阵中写明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消融表数字对不上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一次改多处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每步只加一个变量并即时记录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D·学徒（≥60）：跑通消融演示——跟做保底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C·操作员（≥70）：完成清洗+1个新特征——基础完成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B·组长（≥80）：完成特征工程全流程——标准达成+帮带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A·师傅（≥90）：≥3种优化组合+交叉验证报告——进阶拓展+费曼讲解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完成工单项目M1.2《特征工程优化的故障诊断系统》：准确率较M1.1提升≥5%，优秀标准提升≥10%且F1值≥0.80；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整理特征工程改进思路说明（不少于3种优化方法）；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预习神经网络的基本概念。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清洗: 450 → 442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基线               acc=1.000 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+派生特征            acc=1.000 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+网格搜索      acc=1.000 最优参数={'n_estimators': 50}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5折CV: 1.000 ± 0.000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提升: 0.0%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决策: 树模型对归一化不敏感(矩阵中此项打低分), 故缩放不采纳。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微课知识卡：派生≥2个物理含义明确的特征（5分钟视频+导学单）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特征构建：由原始列派生新列(比值/乘积/统计量)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归一化Min-Max：压到[0,1]，受极值影响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标准化Z-score：均值0方差1，更适合近似正态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喂给模型好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数据，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特征构建：由原始列派生新列(比值/乘积/统计量) · 归一化Min-Max：压到[0,1]，受极值影响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派生≥2个物理含义明确的特征 · 实现消融实验并记录每步指标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调参后测试指标反降 · 归一化后树模型无变化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本周主题：派生≥2个物理含义明确的特征——5分钟视频+导学单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Min-Max归一化与Z-score标准化各适用什么分布？树模型需要归一化吗？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排错题：出现「调参后测试指标反降」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原因：在全量数据上调参(泄漏)；解决：严格train上调、test只看一次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特征构建：由原始列派生新列(比值/乘积/统计量)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知识：特征构建：由原始列派生新列(比值/乘积/；归一化Min-Max：压到[0,1]，受；标准化Z-score：均值0方差1，更适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技能：派生≥2个物理含义明确的特征；实现消融实验并记录每步指标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交付：工单M1.2《特征工程优化的故障诊断系统》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完成TinyCNN的forward前向传播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卷积核3×3、输入64×64、不加padding，输出尺寸是多少？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