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3" r:id="rId45"/>
    <p:sldId id="296" r:id="rId48"/>
    <p:sldId id="297" r:id="rId49"/>
    <p:sldId id="299" r:id="rId51"/>
    <p:sldId id="301" r:id="rId53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18" r:id="rId70"/>
    <p:sldId id="366" r:id="rId65"/>
    <p:sldId id="367" r:id="rId63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8" Type="http://schemas.openxmlformats.org/officeDocument/2006/relationships/slide" Target="slides/slide20.xml"/><Relationship Id="rId40" Type="http://schemas.openxmlformats.org/officeDocument/2006/relationships/slide" Target="slides/slide21.xml"/><Relationship Id="rId42" Type="http://schemas.openxmlformats.org/officeDocument/2006/relationships/slide" Target="slides/slide22.xml"/><Relationship Id="rId45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7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7.xml"/><Relationship Id="rId64" Type="http://schemas.openxmlformats.org/officeDocument/2006/relationships/slide" Target="slides/slide31.xml"/><Relationship Id="rId65" Type="http://schemas.openxmlformats.org/officeDocument/2006/relationships/slide" Target="slides/slide36.xml"/><Relationship Id="rId66" Type="http://schemas.openxmlformats.org/officeDocument/2006/relationships/slide" Target="slides/slide38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9.xml"/><Relationship Id="rId73" Type="http://schemas.openxmlformats.org/officeDocument/2006/relationships/slide" Target="slides/slide40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105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详解B1·迁移学习：先读定义→场景为什么用它→看代码实例→扩展给A层。C/D层掌握前三格，A层加扩展格。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详解B2·冻结backbone：先读定义→场景为什么用它→看代码实例→扩展给A层。C/D层掌握前三格，A层加扩展格。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详解B3·分层学习率：先读定义→场景为什么用它→看代码实例→扩展给A层。C/D层掌握前三格，A层加扩展格。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详解B4·数据增强：先读定义→场景为什么用它→看代码实例→扩展给A层。C/D层掌握前三格，A层加扩展格。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详解B5·小样本陷阱：先读定义→场景为什么用它→看代码实例→扩展给A层。C/D层掌握前三格，A层加扩展格。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详解B6·CPU友好策略：先读定义→场景为什么用它→看代码实例→扩展给A层。C/D层掌握前三格，A层加扩展格。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M3-1《ResNet迁移学习（上）：基础实现》——本课工单即考核单元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课前测②：'预训练权重'用一句话说说你的理解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大模型·视觉应用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ResNet冻结/微调策略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能选CNN或LSTM并用指标赢下竞标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题目：课前测①：本课工单M3-1的及格线是什么？（答：准确率≥75%+对比表）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任务背景：质检科只标了200张图，训练从零开始根本不够。林工：'站在巨人的肩膀上——ResNet迁移学习，小样本也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知识详解：迁移学习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迁移学习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站在巨人肩上——ImageNet学过的视觉知识直接复用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缺陷样本只有几百张时从头训练必失败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MobileNetV2(weights='imagenet') 去头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误区：迁移万能——域差太大时预训练也帮不了多少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知识详解：冻结backbone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冻结backbone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锁死预训练层只训分类头——小样本第一选择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200张缺陷图训不动百万参数——只训最后几层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base.trainable=False 再加自己的Dense头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先冻结收敛再解冻微调——两阶段比一步到位稳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知识详解：分层学习率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分层学习率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底层通用特征小步、任务层大步——各层各走各的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解冻微调阶段防止冲坏预训练知识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底层lr=1e-5，顶层lr=1e-3——差10倍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误区：全程一个lr——底层大步会破坏已学特征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知识详解：数据增强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数据增强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翻转/裁剪/旋转让200张变2000张有效样本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缺陷角度多样但样本少——增强即免费扩样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ImageDataGenerator(rotation_range=15)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误区：增强过度——工业品固定朝向别乱翻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知识应用（4）：数据增强：翻转裁剪让200张变2000张有效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数据增强：翻转裁剪让200张变2000张有效样本。在两江智造产线上的用法：见工单starter与教师参考实现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知识详解：小样本陷阱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小样本陷阱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测试集也小指标波动大——多seed取均值才可信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报告写95%但换个seed变88%——单次不可靠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跑5个seed取mean±std写进报告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单次高分多为运气——波动区间比点估计诚实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知识详解：CPU友好策略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CPU友好策略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小图+冻结层几分钟出结果——没GPU也能练CNN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机房机器无显卡——架构选择绕开算力墙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输入缩到96×96 + 全冻结backbone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先CPU跑通全流程——GPU只是加速不是必须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本课决策题：ResNet迁移学习：备选方案决策矩阵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D·学徒（≥60）：冻结版跑通——跟做保底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C·操作员（≥70）：对比实验——基础完成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B·组长（≥80）：增强增益——标准达成+帮带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A·师傅（≥90）：冻结边界论证——进阶拓展+费曼讲解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迁移学习=站在巨人肩上：ImageNet权重reuse到缺陷图——背后是统计/优化原理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学生代码框架/w7_xxx_starter.py——TODO注释即步骤提示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内存爆 · 微调后变差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知识：迁移学习=站在巨人肩上：ImageNet；冻结backbone只训分类头：小样本第；分层学习率：底层通用特征小步、任务层大步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交付：工单M3-1《ResNet迁移学习（上）：基础实现》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W10-第13次课-ResNet迁移学习（上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