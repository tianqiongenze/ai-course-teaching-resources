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7" r:id="rId59"/>
    <p:sldId id="318" r:id="rId70"/>
    <p:sldId id="366" r:id="rId16"/>
    <p:sldId id="367" r:id="rId17"/>
    <p:sldId id="365" r:id="rId15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9" Type="http://schemas.openxmlformats.org/officeDocument/2006/relationships/slide" Target="slides/slide4.xml"/><Relationship Id="rId70" Type="http://schemas.openxmlformats.org/officeDocument/2006/relationships/slide" Target="slides/slide5.xml"/><Relationship Id="rId115" Type="http://schemas.openxmlformats.org/officeDocument/2006/relationships/slide" Target="slides/slide9.xml"/><Relationship Id="rId1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开场30秒：《ResNet迁移学习（下）：优化与评价》，80分钟=2课时×40分钟。课前已发工单+微课知识卡。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情境说书30秒：质检科只标了200张图，训练从零开始根本不够。林工：'站在巨人的肩膀上——ResNet迁移学习，小样本也能成事。'工单M…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工单发布：'设备智能运维中心工单M3-1'——及格线准确率≥75%+对比表。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预习知识点：迁移学习概念；ResNet冻结/微调策略 | 课中检查知识点：完成冻结/微调取舍实验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ResNet迁移学习（下）：优化与评价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第20周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课中查②：优秀线准确率≥85%你打算怎么冲？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实施任务：工单M3-1《ResNet迁移学习（下）：优化与评价》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准确率≥75%+对比表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工程化项目/m31_transfer/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src/transfer_learning/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能部署CPU预训练YOLO推理——应用：见工单s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W10-第14次课-ResNet迁移学习（下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