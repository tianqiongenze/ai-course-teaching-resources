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4" r:id="rId26"/>
    <p:sldId id="280" r:id="rId32"/>
    <p:sldId id="305" r:id="rId57"/>
    <p:sldId id="316" r:id="rId68"/>
    <p:sldId id="364" r:id="rId16"/>
    <p:sldId id="365" r:id="rId17"/>
    <p:sldId id="363" r:id="rId15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26" Type="http://schemas.openxmlformats.org/officeDocument/2006/relationships/slide" Target="slides/slide2.xml"/><Relationship Id="rId32" Type="http://schemas.openxmlformats.org/officeDocument/2006/relationships/slide" Target="slides/slide3.xml"/><Relationship Id="rId57" Type="http://schemas.openxmlformats.org/officeDocument/2006/relationships/slide" Target="slides/slide4.xml"/><Relationship Id="rId68" Type="http://schemas.openxmlformats.org/officeDocument/2006/relationships/slide" Target="slides/slide5.xml"/><Relationship Id="rId113" Type="http://schemas.openxmlformats.org/officeDocument/2006/relationships/slide" Target="slides/slide9.xml"/><Relationship Id="rId1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开场30秒：《XGBoost参数调优（下）：优化与评价》，80分钟=2课时×40分钟。课前已发工单+微课知识卡。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情境说书30秒：林工下了军令状：'F1再提3个点，调参不许超过两小时。'网格搜索、早停、特征筛选全用上——工单M2-2：XGBoost调…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工单发布：'设备智能运维中心工单M2-2'——及格线F1≥0.72（2h内）。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预习知识点：集成学习(Bagging/Boosting)；XGBoost；网格搜索与早停 | 课中检查知识点：限时完成调优并记录工时账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XGBoost参数调优（下）：优化与评价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第17周 · 第8次课（2课时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课中查②：优秀线F1≥0.88你打算怎么冲？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pic>
        <p:nvPicPr>
          <p:cNvPr id="9" name="Picture 8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XGBoost参数调优（下）：优化与评价（实施要点）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实施任务：工单M2-2《XGBoost参数调优（下）：优化与评价》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F1≥0.72（2h内）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工程化项目/m22_tuning_cost/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src/tuning_cost/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M2-2 参数调优与工时账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模型: RandomForest(回退)   搜索空间: max_depth[3, 4, 5] × n_estimators[…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GridSearch(穷举)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{'max_depth': 3, 'n_estimators': 50}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best_cv=0.884   测试 macro-F1=0.725   耗时 1.35s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RandomSearch(预算)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最优参数: {'n_estimators': 100, 'max_depth': 3}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交叉验证 best_cv=0.878   测试 macro-F1=0.725   耗时 0.80s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小搜索空间穷举可穷尽更稳；大空间随机预算以极小精度代价换大幅工时 → 工时账写进工单。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能搭建并训练MLP分类器——应用：见工单star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课中查①：'fit报JSON错'这个报错怎么排查？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W07-第8次课-XGBoost参数调优（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