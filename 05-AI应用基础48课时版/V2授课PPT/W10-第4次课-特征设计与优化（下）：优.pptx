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80" r:id="rId32"/>
    <p:sldId id="303" r:id="rId55"/>
    <p:sldId id="314" r:id="rId66"/>
    <p:sldId id="362" r:id="rId16"/>
    <p:sldId id="363" r:id="rId17"/>
    <p:sldId id="361" r:id="rId15"/>
    <p:sldId id="359" r:id="rId111"/>
    <p:sldId id="360" r:id="rId1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26" Type="http://schemas.openxmlformats.org/officeDocument/2006/relationships/slide" Target="slides/slide2.xml"/><Relationship Id="rId32" Type="http://schemas.openxmlformats.org/officeDocument/2006/relationships/slide" Target="slides/slide3.xml"/><Relationship Id="rId55" Type="http://schemas.openxmlformats.org/officeDocument/2006/relationships/slide" Target="slides/slide4.xml"/><Relationship Id="rId66" Type="http://schemas.openxmlformats.org/officeDocument/2006/relationships/slide" Target="slides/slide5.xml"/><Relationship Id="rId111" Type="http://schemas.openxmlformats.org/officeDocument/2006/relationships/slide" Target="slides/slide9.xml"/><Relationship Id="rId112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开场30秒：《特征设计与优化（下）：优化与评价》，80分钟=2课时×40分钟。课前已发工单+微课知识卡。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情境说书30秒：数据洗净了，林工却摇头：'同样的模型，好特征胜过换模型。'他递来一张特征字典模板：'从振动里造出10个特征，让我看见你的…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工单发布：'设备智能运维中心工单M1-1b'——及格线特征≥10个且字典完整。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预习知识点：EDA探索；特征构造(差值/比值/统计量)；特征重要性 | 课中检查知识点：能造≥10个特征并用重要性证明价值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特征设计与优化（下）：优化与评价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第20周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课中查①：'resample报错'这个报错怎么排查？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课中查②：优秀线特征-30%性能不降你打算怎么冲？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数据洗净了，林工却摇头：'同样的模型，好特征胜过换模型。'他递来一张特征字典模板：'从振动里造出10个特征，让我看见你的巧思。'工单M1-1b：EDA+特征工程，用特征重要性证明你的设计值钱。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特征设计与优化（下）：优化与评价（实施要点）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实施任务：工单M1-1b《特征设计与优化（下）：优化与评价》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特征≥10个且字典完整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特征-30%性能不降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M1-1b 特征设计与优化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特征矩阵: 80 样本 × 5 特征  训练准确率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特征重要性排序: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1. a16   0.580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2. rms   0.258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3. ptp   0.111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4. kurt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5. a8  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频域 16Hz 幅值（磨损的二倍频指纹）判别力最强 → 特征设计直接决定模型上限。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工程化项目/m11b_feature_design/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src/feature_design48/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M1-1b 特征设计与优化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特征矩阵: 80 样本 × 5 特征  训练准确率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特征重要性排序: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1. a16   0.580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2. rms   0.258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3. ptp   0.111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4. kurt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5. a8  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频域 16Hz 幅值（磨损的二倍频指纹）判别力最强 → 特征设计直接决定模型上限。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能跑通LR与决策树双模型——应用：见工单star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课中查①：'resample报错'这个报错怎么排查？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W05-第4次课-特征设计与优化（下）：优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