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4" r:id="rId26"/>
    <p:sldId id="280" r:id="rId32"/>
    <p:sldId id="307" r:id="rId59"/>
    <p:sldId id="318" r:id="rId70"/>
    <p:sldId id="366" r:id="rId16"/>
    <p:sldId id="367" r:id="rId17"/>
    <p:sldId id="365" r:id="rId15"/>
    <p:sldId id="363" r:id="rId115"/>
    <p:sldId id="364" r:id="rId1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26" Type="http://schemas.openxmlformats.org/officeDocument/2006/relationships/slide" Target="slides/slide2.xml"/><Relationship Id="rId32" Type="http://schemas.openxmlformats.org/officeDocument/2006/relationships/slide" Target="slides/slide3.xml"/><Relationship Id="rId59" Type="http://schemas.openxmlformats.org/officeDocument/2006/relationships/slide" Target="slides/slide4.xml"/><Relationship Id="rId70" Type="http://schemas.openxmlformats.org/officeDocument/2006/relationships/slide" Target="slides/slide5.xml"/><Relationship Id="rId115" Type="http://schemas.openxmlformats.org/officeDocument/2006/relationships/slide" Target="slides/slide9.xml"/><Relationship Id="rId1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开场30秒：《CNN或LSTM二选一（竞标）（下）：优化与评价》，80分钟=2课时×40分钟。课前已发工单+微课知识卡。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情境说书30秒：分组竞标周：老周把两份需求拍在桌上——焊缝缺陷CNN、风机寿命LSTM，'各组选一题，答辩定预算。'工单M2-3b：二选…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工单发布：'设备智能运维中心工单M2-3b'——及格线指标达标+竞标书完整。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项目4 深度学习 | 预习知识点：CNN卷积/池化；LSTM时序依赖；分组竞标 | 课中检查知识点：能选CNN或LSTM并用指标赢下竞标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CNN或LSTM二选一（竞标）（下）：优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第19周 · 第12次课（2课时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 + ProcessOn（竞标书）+ Git/GitHub（每周提交）</a:t>
            </a:r>
          </a:p>
        </p:txBody>
      </p:sp>
      <p:pic>
        <p:nvPicPr>
          <p:cNvPr id="7" name="Picture 6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课中查①：'Conv输入报维度'这个报错怎么排查？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课中查②：优秀线赢得竞标且指标优秀你打算怎么冲？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分组竞标周：老周把两份需求拍在桌上——焊缝缺陷CNN、风机寿命LSTM，'各组选一题，答辩定预算。'工单M2-3b：二选一实战，卷积或门控，用指标赢下项目。</a:t>
            </a:r>
          </a:p>
        </p:txBody>
      </p:sp>
      <p:pic>
        <p:nvPicPr>
          <p:cNvPr id="9" name="Picture 8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CNN或LSTM二选一（竞标）（下）：优化与评价（实施要点）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实施任务：工单M2-3b《CNN或LSTM二选一（竞标）（下）：优化与评价》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错误速查复盘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优化冲刺（B/A层）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三层质检互查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当堂评分与反馈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下次课预告+微课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指标达标+竞标书完整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赢得竞标且指标优秀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M2-3b 竞标：CNN焊缝 vs LSTM风机（轻量基线）·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图像线（CNN焊缝·块统计特征3维）: 3折交叉验证 cv = 1.000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时序线（LSTM风机·RMS比值1维）  : 3折交叉验证 cv = 0.995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竞标建议: 轻量基线支持选「CNN焊缝」（差 0.005）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答辩要点: 基线≠上限——本表只证明'哪条路线更容易起步'；真模型预期增益需说明数据量、算力与标注成本三项证据。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工程化项目/m23b_bidding/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-m pytest -q    # 全量测试应全绿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src/bidding_lines/  config · core · io_utils · report · pipeline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tests/      正常 / 边界 / 异常三档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M2-3b 竞标：CNN焊缝 vs LSTM风机（轻量基线）·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图像线（CNN焊缝·块统计特征3维）: 3折交叉验证 cv = 1.000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时序线（LSTM风机·RMS比值1维）  : 3折交叉验证 cv = 0.995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竞标建议: 轻量基线支持选「CNN焊缝」（差 0.005）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答辩要点: 基线≠上限——本表只证明'哪条路线更容易起步'；真模型预期增益需说明数据量、算力与标注成本三项证据。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下次课预告（第15周）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能加载预训练ResNet并替换分类头——应用：见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课中查①：'Conv输入报维度'这个报错怎么排查？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W09-第12次课-CNN或LSTM二选一（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