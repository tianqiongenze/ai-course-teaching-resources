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79" r:id="rId31"/>
    <p:sldId id="304" r:id="rId56"/>
    <p:sldId id="315" r:id="rId67"/>
    <p:sldId id="363" r:id="rId16"/>
    <p:sldId id="364" r:id="rId17"/>
    <p:sldId id="362" r:id="rId15"/>
    <p:sldId id="360" r:id="rId112"/>
    <p:sldId id="361" r:id="rId1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1" Type="http://schemas.openxmlformats.org/officeDocument/2006/relationships/slide" Target="slides/slide3.xml"/><Relationship Id="rId56" Type="http://schemas.openxmlformats.org/officeDocument/2006/relationships/slide" Target="slides/slide4.xml"/><Relationship Id="rId67" Type="http://schemas.openxmlformats.org/officeDocument/2006/relationships/slide" Target="slides/slide5.xml"/><Relationship Id="rId112" Type="http://schemas.openxmlformats.org/officeDocument/2006/relationships/slide" Target="slides/slide9.xml"/><Relationship Id="rId11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课中查②：优秀线预测缺失（进阶）你打算怎么冲？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工程化项目/m11a_data_quality/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src/data_quality48/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W04-第2次课-数据清洗与质量评估（下）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