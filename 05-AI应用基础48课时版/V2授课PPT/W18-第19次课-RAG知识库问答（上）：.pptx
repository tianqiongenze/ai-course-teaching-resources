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1" r:id="rId43"/>
    <p:sldId id="292" r:id="rId44"/>
    <p:sldId id="294" r:id="rId46"/>
    <p:sldId id="296" r:id="rId48"/>
    <p:sldId id="299" r:id="rId51"/>
    <p:sldId id="302" r:id="rId54"/>
    <p:sldId id="306" r:id="rId58"/>
    <p:sldId id="309" r:id="rId61"/>
    <p:sldId id="311" r:id="rId63"/>
    <p:sldId id="313" r:id="rId65"/>
    <p:sldId id="316" r:id="rId68"/>
    <p:sldId id="317" r:id="rId69"/>
    <p:sldId id="318" r:id="rId70"/>
    <p:sldId id="319" r:id="rId71"/>
    <p:sldId id="367" r:id="rId66"/>
    <p:sldId id="368" r:id="rId64"/>
    <p:sldId id="366" r:id="rId67"/>
    <p:sldId id="320" r:id="rId72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47" r:id="rId99"/>
    <p:sldId id="354" r:id="rId106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61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8.xml"/><Relationship Id="rId65" Type="http://schemas.openxmlformats.org/officeDocument/2006/relationships/slide" Target="slides/slide32.xml"/><Relationship Id="rId66" Type="http://schemas.openxmlformats.org/officeDocument/2006/relationships/slide" Target="slides/slide37.xml"/><Relationship Id="rId67" Type="http://schemas.openxmlformats.org/officeDocument/2006/relationships/slide" Target="slides/slide39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40.xml"/><Relationship Id="rId74" Type="http://schemas.openxmlformats.org/officeDocument/2006/relationships/slide" Target="slides/slide41.xml"/><Relationship Id="rId76" Type="http://schemas.openxmlformats.org/officeDocument/2006/relationships/slide" Target="slides/slide42.xml"/><Relationship Id="rId78" Type="http://schemas.openxmlformats.org/officeDocument/2006/relationships/slide" Target="slides/slide43.xml"/><Relationship Id="rId80" Type="http://schemas.openxmlformats.org/officeDocument/2006/relationships/slide" Target="slides/slide44.xml"/><Relationship Id="rId82" Type="http://schemas.openxmlformats.org/officeDocument/2006/relationships/slide" Target="slides/slide45.xml"/><Relationship Id="rId83" Type="http://schemas.openxmlformats.org/officeDocument/2006/relationships/slide" Target="slides/slide46.xml"/><Relationship Id="rId85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99" Type="http://schemas.openxmlformats.org/officeDocument/2006/relationships/slide" Target="slides/slide59.xml"/><Relationship Id="rId106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详解B1·RAG三步：先读定义→场景为什么用它→看代码实例→扩展给A层。C/D层掌握前三格，A层加扩展格。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详解B2·切分粒度：先读定义→场景为什么用它→看代码实例→扩展给A层。C/D层掌握前三格，A层加扩展格。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详解B3·检索双解：先读定义→场景为什么用它→看代码实例→扩展给A层。C/D层掌握前三格，A层加扩展格。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详解B4·引用标注：先读定义→场景为什么用它→看代码实例→扩展给A层。C/D层掌握前三格，A层加扩展格。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详解B5·幻觉治理：先读定义→场景为什么用它→看代码实例→扩展给A层。C/D层掌握前三格，A层加扩展格。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详解B6·评测分口径：先读定义→场景为什么用它→看代码实例→扩展给A层。C/D层掌握前三格，A层加扩展格。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第18周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M4-2《RAG知识库问答（上）：基础实现》——本课工单即考核单元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W18课前测①：本课工单M4-2的及格线是什么？（答：检索≥80%+引用完整）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W18课前测②：'知识切分'用一句话说说你的理解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项目6-7 大模型·语言应用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RAG(检索增强生成)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知识库切分/向量检索/引用标注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三版Prompt对比提升≥20%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本地mock调用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题目：W18课前测①：本课工单M4-2的及格线是什么？（答：检索≥80%+引用完整）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任务背景：值班助手1.0总爱'一本正经地胡说'。林工：'让它有据可查——RAG。'知识库、检索、引用标注三件套——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知识详解：RAG三步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RAG三步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知识切分→向量检索→引用生成——开卷考试三步抄法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让LLM答企业内部资料——不靠死记硬背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检索top3条目→拼进prompt→生成带引用答案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误区：全资料塞prompt——token贵且答非所问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知识详解：切分粒度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切分粒度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太碎丢上下文、太整检索糊——先按条目切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维修手册按故障条目切——每条自成一体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chunk_size=500, overlap=50 起步再调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粒度没有万能值——用检索准确率反推调整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知识应用（2）：切分粒度：太碎丢上下文太整检索糊，先按条目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切分粒度：太碎丢上下文太整检索糊，先按条目。在两江智造产线上的用法：见工单starter与教师参考实现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知识详解：检索双解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检索双解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重合度打分直观→Chroma向量库工程实现——两解递进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教学先用关键词打分理解检索原理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collection.query(embeddings, n_results=3)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误区：检索=模糊匹配——语义检索靠向量相似度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知识详解：引用标注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引用标注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每条建议挂条目ID——可点开溯源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质检员要核实AI说的对不对——溯源即信任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answer += ' [依据: 手册§3.2]'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无引用的AI建议=口头承诺——产线只认可溯源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知识详解：幻觉治理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幻觉治理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检索为空时宁说'查无依据'不硬编——底线意识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手册里没有的故障必须坦白不知道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not hits: return '未在资料中找到依据'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幻觉是RAG头号风险——'我不知道'是好答案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知识详解：评测分口径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评测分口径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检索准确率与生成质量分开评——两头各管各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答错时先定位：检索没找到还是生成编造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检索命中率单独统计，再评答案质量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混评找不到病灶——分开测才能对症下药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本课决策题：RAG知识库问答：备选方案决策矩阵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工程化项目/m42_rag/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src/rag48/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M4-2 RAG 知识库问答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知识库: data/knowledge_base.json  共 20 条（设备运维规范×7/故障排查指南×7/工艺参数标准×…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泵振动超标要看哪个标准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A: 依据知识库: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泵类设备振动速度有效值超过4.5mm/s应列入重点关注，超过7.1mm/s必须停机检查。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- [设备运维规范] 风机轴承振动加速度包络值突增30%以上时，应安排停机检查滚道点蚀与保持架磨损。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→ 建议：按上述条款执行并回填工单。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Q: 电机电流高但转速正常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升级解: ChromaDB 向量检索（教师参考/rag_chroma_demo.py）——语义相近但字面不重合的查询也能命中。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D·学徒（≥60）：无RAG基线——跟做保底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C·操作员（≥70）：链路跑通——基础完成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B·组长（≥80）：参数调优——标准达成+帮带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A·师傅（≥90）：多源融合——进阶拓展+费曼讲解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学生代码框架/w10_xxx_starter.py——TODO注释即步骤提示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检索全不中 · 引用编号错乱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知识：RAG三步：知识切分向量检索引用生成；切分粒度：太碎丢上下文太整检索糊，先按条；检索双解：重合度打分(教学直观)→Chr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技能：能搭建最小RAG问答链路——应用：见工单starter与教师参考实现；能调top-k与相关度阈值——应用：见工单starter与教师参考实现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交付：工单M4-2《RAG知识库问答（上）：基础实现》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W18课前测①：本课工单M4-2的及格线是什么？（答：检索≥80%+引用完整）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W13-第19次课-RAG知识库问答（上）：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