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05 · W13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RAG知识库问答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0A6A6"/>
                </a:solidFill>
                <a:latin typeface="微软雅黑"/>
              </a:rPr>
              <a:t>本课重难点：检索·防幻觉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RAG回答'必须带出处'是因为？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A6A6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可追溯、可核验、防幻觉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凑字数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老师要求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无所谓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教师操作：强调：这是工业级RAG红线（呼应01包W11）。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带出处=每句可验证；检索不到就说'查无依据'。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✓✗ 举牌判断｜W13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检索不到答案时，AI应该编一个'最像'的回答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A6A6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错——宁说查无依据，不硬编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对——有总比没有好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只对简单问题编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看心情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教师操作：表决后强调工程底线。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硬编=幻觉=误导维修决策，比'不知道'更危险。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复盘口诀｜W13 RAG知识库问答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检索·防幻觉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0A6A6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05-AI应用基础48课时版 · W13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8100000" cy="5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/>
              <a:t>安全与合规警示（操作前必读）</a:t>
            </a:r>
          </a:p>
          <a:p>
            <a:pPr>
              <a:spcAft>
                <a:spcPts val="800"/>
              </a:spcAft>
            </a:pPr>
            <a:r>
              <a:rPr sz="1400" b="0"/>
              <a:t>1. 上机前确认本工位电源开关与急停位置，确认设备处于安全状态。</a:t>
            </a:r>
          </a:p>
          <a:p>
            <a:pPr>
              <a:spcAft>
                <a:spcPts val="800"/>
              </a:spcAft>
            </a:pPr>
            <a:r>
              <a:rPr sz="1400" b="0"/>
              <a:t>2. 涉及接线的操作一律先断电、后验电、再作业，禁止带电插拔。</a:t>
            </a:r>
          </a:p>
          <a:p>
            <a:pPr>
              <a:spcAft>
                <a:spcPts val="800"/>
              </a:spcAft>
            </a:pPr>
            <a:r>
              <a:rPr sz="1400" b="0"/>
              <a:t>3. 身体任何部位不进入设备运动/散热区域，长发束起，不佩戴悬垂饰物。</a:t>
            </a:r>
          </a:p>
          <a:p>
            <a:pPr>
              <a:spcAft>
                <a:spcPts val="800"/>
              </a:spcAft>
            </a:pPr>
            <a:r>
              <a:rPr sz="1400" b="0"/>
              <a:t>4. 调试程序前先静态检查、再低速小样本试运行，确认无异常后放大规模。</a:t>
            </a:r>
          </a:p>
          <a:p>
            <a:pPr>
              <a:spcAft>
                <a:spcPts val="800"/>
              </a:spcAft>
            </a:pPr>
            <a:r>
              <a:rPr sz="1400" b="0"/>
              <a:t>5. 任何不确定或异常情况，立即停止操作并报告指导教师，不擅自处置。</a:t>
            </a:r>
          </a:p>
          <a:p>
            <a:pPr>
              <a:spcAft>
                <a:spcPts val="800"/>
              </a:spcAft>
            </a:pPr>
            <a:r>
              <a:rPr sz="1400" b="0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