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05 · W13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RAG知识库问答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0A6A6"/>
                </a:solidFill>
                <a:latin typeface="微软雅黑"/>
              </a:rPr>
              <a:t>本课重难点：检索·防幻觉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RAG回答'必须带出处'是因为？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可追溯、可核验、防幻觉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凑字数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老师要求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教师操作：强调：这是工业级RAG红线（呼应01包W11）。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带出处=每句可验证；检索不到就说'查无依据'。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✓✗ 举牌判断｜W13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检索不到答案时，AI应该编一个'最像'的回答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0A6A6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错——宁说查无依据，不硬编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对——有总比没有好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只对简单问题编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看心情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教师操作：表决后强调工程底线。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硬编=幻觉=误导维修决策，比'不知道'更危险。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0A6A6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复盘口诀｜W13 RAG知识库问答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0A6A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检索·防幻觉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0A6A6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05-AI应用基础48课时版 · W13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