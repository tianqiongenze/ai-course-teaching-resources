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914400"/>
            <a:ext cx="10515600" cy="1737360"/>
          </a:xfrm>
          <a:prstGeom prst="roundRect">
            <a:avLst/>
          </a:prstGeom>
          <a:solidFill>
            <a:srgbClr val="14477D"/>
          </a:solidFill>
          <a:ln w="15240">
            <a:solidFill>
              <a:srgbClr val="144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1143000"/>
            <a:ext cx="9875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微软雅黑"/>
              </a:rPr>
              <a:t>02 · W10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1783080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互动游戏课件 · 一键生成质量日报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2608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14477D"/>
                </a:solidFill>
                <a:latin typeface="微软雅黑"/>
              </a:rPr>
              <a:t>本课重难点：KPI汇总·PDF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49039"/>
            <a:ext cx="105156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本册含 2 个课堂互动游戏 + 答案讲评 + 复盘口诀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教师操作要点见右侧提示（每题标注时间与计分）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7607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44546A"/>
                </a:solidFill>
                <a:latin typeface="微软雅黑"/>
              </a:rPr>
              <a:t>配套教师手册：互动游戏教师手册.md ｜ 与工单、工程化项目同一载体：重庆两江智造集团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14477D"/>
          </a:solidFill>
          <a:ln w="15240">
            <a:solidFill>
              <a:srgbClr val="144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游戏1 · ?  课前快问｜W10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10328"/>
                </a:solidFill>
                <a:latin typeface="微软雅黑"/>
              </a:rPr>
              <a:t>日报要算'合格率'，正确公式是？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3464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微软雅黑"/>
              </a:rPr>
              <a:t>选项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A 合格数/总检验数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58768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B 总检验数/合格数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517136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C 合格数×总检验数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75504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D 只报合格数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760720"/>
            <a:ext cx="10515600" cy="822960"/>
          </a:xfrm>
          <a:prstGeom prst="roundRect">
            <a:avLst/>
          </a:prstGeom>
          <a:solidFill>
            <a:srgbClr val="FAEEDA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521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10328"/>
                </a:solidFill>
                <a:latin typeface="微软雅黑"/>
              </a:rPr>
              <a:t>教师操作：快问；追问：OEE三个乘起来代表什么？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F5670F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游戏1 答案与讲评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993C1D"/>
                </a:solidFill>
                <a:latin typeface="微软雅黑"/>
              </a:rPr>
              <a:t>正确答案：A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60320"/>
            <a:ext cx="10515600" cy="2011680"/>
          </a:xfrm>
          <a:prstGeom prst="roundRect">
            <a:avLst/>
          </a:prstGeom>
          <a:solidFill>
            <a:srgbClr val="EAF3DE"/>
          </a:solidFill>
          <a:ln w="15240">
            <a:solidFill>
              <a:srgbClr val="3B6D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74320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为什么是这个答案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合格率=合格/总数。OEE=可用率×性能×质量，三层相乘。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4546A"/>
                </a:solidFill>
                <a:latin typeface="微软雅黑"/>
              </a:rPr>
              <a:t>评分建议：答对+2分；答错不扣分但需说出理由；思路对一半+1分。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14477D"/>
          </a:solidFill>
          <a:ln w="15240">
            <a:solidFill>
              <a:srgbClr val="144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游戏2 · ⚡ 抢答风暴｜W10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10328"/>
                </a:solidFill>
                <a:latin typeface="微软雅黑"/>
              </a:rPr>
              <a:t>快速抢答：日报里最容易'骗人'的KPI是？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3464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微软雅黑"/>
              </a:rPr>
              <a:t>选项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A 只说合格率，不提检验数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58768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B 标注时间区间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517136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C 给出OEE分解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75504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D 注明数据来源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760720"/>
            <a:ext cx="10515600" cy="822960"/>
          </a:xfrm>
          <a:prstGeom prst="roundRect">
            <a:avLst/>
          </a:prstGeom>
          <a:solidFill>
            <a:srgbClr val="FAEEDA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521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10328"/>
                </a:solidFill>
                <a:latin typeface="微软雅黑"/>
              </a:rPr>
              <a:t>教师操作：抢答+2分，强调'数据素养'。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F5670F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游戏2 答案与讲评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993C1D"/>
                </a:solidFill>
                <a:latin typeface="微软雅黑"/>
              </a:rPr>
              <a:t>正确答案：A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60320"/>
            <a:ext cx="10515600" cy="2011680"/>
          </a:xfrm>
          <a:prstGeom prst="roundRect">
            <a:avLst/>
          </a:prstGeom>
          <a:solidFill>
            <a:srgbClr val="EAF3DE"/>
          </a:solidFill>
          <a:ln w="15240">
            <a:solidFill>
              <a:srgbClr val="3B6D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74320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为什么是这个答案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小分母高合格率是'报告撒谎'的经典姿势——KPI要带基数。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4546A"/>
                </a:solidFill>
                <a:latin typeface="微软雅黑"/>
              </a:rPr>
              <a:t>评分建议：答对+2分；答错不扣分但需说出理由；思路对一半+1分。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14477D"/>
          </a:solidFill>
          <a:ln w="15240">
            <a:solidFill>
              <a:srgbClr val="144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复盘口诀｜W10 一键生成质量日报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37360"/>
            <a:ext cx="10515600" cy="3108960"/>
          </a:xfrm>
          <a:prstGeom prst="roundRect">
            <a:avLst/>
          </a:prstGeom>
          <a:solidFill>
            <a:srgbClr val="F1EFE8"/>
          </a:solidFill>
          <a:ln w="15240">
            <a:solidFill>
              <a:srgbClr val="144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100584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一句话记住本课：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KPI汇总·PDF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课堂节奏建议：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游戏A（5分钟）→ 精讲 → 游戏B（5分钟）→ 复盘口诀（2分钟）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全班计分：小组积分累计到工单评分（游戏加分≤5分，教师自定义）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14477D"/>
                </a:solidFill>
                <a:latin typeface="微软雅黑"/>
              </a:rPr>
              <a:t>玩中学 · 学中做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749039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重庆两江智造集团 · 02-程序设计基础 · W10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