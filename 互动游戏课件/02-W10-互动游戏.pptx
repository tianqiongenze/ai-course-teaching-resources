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02 · W10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一键生成质量日报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477D"/>
                </a:solidFill>
                <a:latin typeface="微软雅黑"/>
              </a:rPr>
              <a:t>本课重难点：KPI汇总·PDF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日报要算'合格率'，正确公式是？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合格数/总检验数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总检验数/合格数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合格数×总检验数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只报合格数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教师操作：快问；追问：OEE三个乘起来代表什么？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合格率=合格/总数。OEE=可用率×性能×质量，三层相乘。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⚡ 抢答风暴｜W10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快速抢答：日报里最容易'骗人'的KPI是？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只说合格率，不提检验数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标注时间区间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给出OEE分解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注明数据来源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教师操作：抢答+2分，强调'数据素养'。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小分母高合格率是'报告撒谎'的经典姿势——KPI要带基数。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复盘口诀｜W10 一键生成质量日报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KPI汇总·PDF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477D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02-程序设计基础 · W10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