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01 · W10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让机器读懂故障报告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D2E8C"/>
                </a:solidFill>
                <a:latin typeface="微软雅黑"/>
              </a:rPr>
              <a:t>本课重难点：TF-IDF·贝叶斯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TF-IDF 中 IDF 的作用是？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降低'的/了/是'等常见词的权重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提高所有词权重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统计词出现次数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与分类无关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教师操作：举'轴承'与'的'对比：哪个更能区分故障类型？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IDF=逆文档频率：越常见越没信息量。停用词+IDF一起压低虚词。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↔ 连线配对｜W10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把'故障单关键词'与'可能类别'配对：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轴承/异响↔机械磨损类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电弧/烧蚀↔电气类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泄漏/渗油↔液压类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以上全对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教师操作：连线抢答，答对+2分，答错可补充说明。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词→类别的映射就是朴素贝叶斯的直觉基础。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复盘口诀｜W10 让机器读懂故障报告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TF-IDF·贝叶斯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D2E8C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01-AI应用基础 · W10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