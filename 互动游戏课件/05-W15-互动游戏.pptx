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综合项目答辩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本课重难点：档案袋·评委三问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①②③ 排序闯关｜W15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答辩前'档案袋五层自检'的正确顺序是？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需求→设计→实现→测试→证据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证据→需求→测试→设计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随便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只带PPT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教师操作：排序抢答+3分，强调'作品集即简历'。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五层自检=从'为什么做'到'凭什么说做好'的逻辑链。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✎ 动手小实验｜W15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3分钟：模拟评委三问——'你的模型为什么值得信？'你怎么答？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546A"/>
                </a:solidFill>
                <a:latin typeface="微软雅黑"/>
              </a:rPr>
              <a:t>（自由作答：白板/纸面/口头均可）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教师操作：随机抽2人现场答，互评打分。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正确答案：答：有测试证据（pytest全绿）+有过程留痕（docs/）+有量化指标（F1/漏报数）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评委要证据链：测试+过程文档+量化指标三件套。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复盘口诀｜W15 综合项目答辩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档案袋·评委三问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