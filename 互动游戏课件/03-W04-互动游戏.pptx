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特征工厂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本课重难点：时域+频域特征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振动信号提取特征，时域和频域各是什么？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时域=均值/峰峰/峭度，频域=FFT谱/主频幅值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时域=FFT，频域=均值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都是均值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教师操作：快问；追问：为什么频域能看'周期'？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时域看幅值统计，频域看频率能量——16Hz二倍频才是磨损指纹。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≈ 估算挑战｜W04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轴承磨损会让振动'16Hz二倍频'幅值怎么变？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明显抬升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下降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不变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随机跳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教师操作：先猜后验：跑工单看特征重要性排名。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磨损→每转两次冲击→二倍频能量抬升。特征重要性排第一。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复盘口诀｜W04 特征工厂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时域+频域特征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