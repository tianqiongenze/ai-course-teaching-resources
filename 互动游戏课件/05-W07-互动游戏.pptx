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XGBoost参数调优与工时账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本课重难点：精度-工时两本账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GridSearch 和 RandomizedSearch 的本质区别？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穷举网格 vs 预算内随机抽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一个快一个慢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结果完全不同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没区别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教师操作：追问：工时贵还是精度贵？→两本账一起算。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GridSearch穷举（稳但贵），RandomizedSearch预算内随机（省工时）。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≈ 估算挑战｜W07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调参1小时涨了0.5%精度，值得吗？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不一定——要看0.5%值不值1小时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肯定值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肯定不值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无法判断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教师操作：情境：客户要交付时间，你会怎么权衡？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调参必须计工时：精度-工时两本账，工程决策。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复盘口诀｜W07 XGBoost参数调优与工时账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精度-工时两本账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