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05 · W06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传统分类：逻辑回归+决策树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A6A6"/>
                </a:solidFill>
                <a:latin typeface="微软雅黑"/>
              </a:rPr>
              <a:t>本课重难点：混淆矩阵·漏报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混淆矩阵中'故障判为正常'是哪个格？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漏报（实际故障→预测正常）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误报（实际正常→预测故障）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真正例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真负例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教师操作：先画2×2表格让大家填，再公布。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行=实际、列=预测；实际故障+预测正常=漏报（FN）。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✓✗ 举牌判断｜W06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漏报比误报更贵，所以漏报要单独统计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对——漏检坏件流入下游最贵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错——都一样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只统计误报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不用统计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教师操作：表决后和01包W04呼应（同一理念两处落地）。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漏报单独统计=评估时盯住最贵的错误。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复盘口诀｜W06 传统分类：逻辑回归+决策树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混淆矩阵·漏报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0A6A6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05-AI应用基础48课时版 · W06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