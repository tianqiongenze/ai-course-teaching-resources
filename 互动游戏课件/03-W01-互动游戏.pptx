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03 · W01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带着C语言底子学Python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B5E54"/>
                </a:solidFill>
                <a:latin typeface="微软雅黑"/>
              </a:rPr>
              <a:t>本课重难点：C→Python 语法映射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C语言 int a[5] 对应 Python 的哪种写法？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a=[0]*5 或 a=[0 for _ in range(5)]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a={0:5}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a=(0,0,0,0,0)但可变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没有对应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教师操作：让C底子学生先答，再揭晓列表推导式。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C数组→Python列表（可变）；元组不可变对应C const数组。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✎ 动手小实验｜W01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2分钟：把C的 for(i=0;i&lt;10;i++) 改写成 Python 两种写法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4546A"/>
                </a:solidFill>
                <a:latin typeface="微软雅黑"/>
              </a:rPr>
              <a:t>（自由作答：白板/纸面/口头均可）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教师操作：最快全对组+2分，追问：range(10,0,-1)是什么？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正确答案：for i in range(10): ... （列表推导式可再加一种）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range()替代三要素循环=Pythonic 的第一步。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复盘口诀｜W01 带着C语言底子学Python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C→Python 语法映射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B5E54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03-Python程序设计-项目实战 · W01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