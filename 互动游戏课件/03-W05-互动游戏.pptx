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KPI驾驶舱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本课重难点：一屏5指标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OEE = 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可用率×性能×质量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可用率+性能+质量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质量×数量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可用率/性能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教师操作：手势1-2投票，公布后分解三层各代表什么。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OEE三层相乘=一台机器'该跑多快×实际多快×产出多好'。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◎ 火眼找茬｜W05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驾驶舱最不该缺的信息是？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指标计算口径/时间范围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只有数字没有标题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字体大小不一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没有颜色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教师操作：找茬+2分，强调数据素养。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口径不清的KPI=不可审计。带口径才是'驾驶舱'而非'装饰画'。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复盘口诀｜W05 KPI驾驶舱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一屏5指标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