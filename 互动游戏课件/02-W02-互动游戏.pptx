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设备什么时候该报警 / 多级告警逻辑设计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本课重难点：双参数组合判定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温度&gt;85℃ 或 压力&gt;4.5MPa 任一成立就该报警，正确表达式是？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temp&gt;85 or press&gt;4.5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temp&gt;85 and press&gt;4.5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temp&gt;85 not press&gt;4.5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两个都要且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教师操作：手势1-2投票，追问：同时超限升级紧急用什么？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or=任一成立即报警（更敏感）；and=都超才报（更保守）。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同一设备同级别告警，5秒内重复触发应去重（只报一次）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对——避免告警风暴刷屏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错——每次都该报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只对紧急级去重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看心情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教师操作：情境：凌晨3点同一温度告警连报50次，你睡不睡？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告警去重=防刷屏，但紧急级升级不在此列（本课工单口径）。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复盘口诀｜W02 设备什么时候该报警 / 多级告警逻辑设计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双参数组合判定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