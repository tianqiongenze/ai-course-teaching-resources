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914400"/>
            <a:ext cx="10515600" cy="173736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430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02 · W02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互动游戏课件 · 设备什么时候该报警 / 多级告警逻辑设计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14477D"/>
                </a:solidFill>
                <a:latin typeface="微软雅黑"/>
              </a:rPr>
              <a:t>本课重难点：双参数组合判定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本册含 2 个课堂互动游戏 + 答案讲评 + 复盘口诀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教师操作要点见右侧提示（每题标注时间与计分）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4546A"/>
                </a:solidFill>
                <a:latin typeface="微软雅黑"/>
              </a:rPr>
              <a:t>配套教师手册：互动游戏教师手册.md ｜ 与工单、工程化项目同一载体：重庆两江智造集团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· ?  课前快问｜W02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温度&gt;85℃ 或 压力&gt;4.5MPa 任一成立就该报警，正确表达式是？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temp&gt;85 or press&gt;4.5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temp&gt;85 and press&gt;4.5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temp&gt;85 not press&gt;4.5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两个都要且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教师操作：手势1-2投票，追问：同时超限升级紧急用什么？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or=任一成立即报警（更敏感）；and=都超才报（更保守）。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· ✓✗ 举牌判断｜W02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同一设备同级别告警，5秒内重复触发应去重（只报一次）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对——避免告警风暴刷屏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错——每次都该报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只对紧急级去重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看心情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教师操作：情境：凌晨3点同一温度告警连报50次，你睡不睡？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告警去重=防刷屏，但紧急级升级不在此列（本课工单口径）。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复盘口诀｜W02 设备什么时候该报警 / 多级告警逻辑设计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3108960"/>
          </a:xfrm>
          <a:prstGeom prst="roundRect">
            <a:avLst/>
          </a:prstGeom>
          <a:solidFill>
            <a:srgbClr val="F1EFE8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一句话记住本课：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双参数组合判定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课堂节奏建议：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游戏A（5分钟）→ 精讲 → 游戏B（5分钟）→ 复盘口诀（2分钟）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全班计分：小组积分累计到工单评分（游戏加分≤5分，教师自定义）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14477D"/>
                </a:solidFill>
                <a:latin typeface="微软雅黑"/>
              </a:rPr>
              <a:t>玩中学 · 学中做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重庆两江智造集团 · 02-程序设计基础 · W02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