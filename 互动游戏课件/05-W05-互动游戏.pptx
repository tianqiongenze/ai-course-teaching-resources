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特征设计与优化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本课重难点：16Hz二倍频指纹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轴承磨损最可能让哪个特征'冒头'？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16Hz二倍频幅值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标准差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随机一个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教师操作：先猜后验：跑工单看重要性排名。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磨损→每转两次冲击→二倍频能量抬升——特征设计决定模型上限。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特征重要性排第一的特征，业务含义是什么？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可解释的判别指纹（如二倍频）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随机数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只会加大模型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教师操作：强调：特征要能做成业务指标。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可解释特征=能对维修师傅讲清楚'为什么这个信号能判磨损'。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复盘口诀｜W05 特征设计与优化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16Hz二倍频指纹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