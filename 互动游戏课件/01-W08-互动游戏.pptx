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01 · W08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给产品做一次视觉体检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3D2E8C"/>
                </a:solidFill>
                <a:latin typeface="微软雅黑"/>
              </a:rPr>
              <a:t>本课重难点：背景差分·连通域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背景差分法的核心假设是？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背景相对稳定，缺陷是与背景的显著差异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背景每帧都变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缺陷总是圆形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只需要灰度图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教师操作：手势投票，公布后演示差值图效果。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差=当前图-背景图，超过阈值即候选缺陷。'先上线后迭代'轻量路线。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◎ 火眼找茬｜W08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同一张零件图，阈值 dev=5 和 dev=200 哪个更敏感？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dev=5（小阈值→更多像素判为缺陷）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dev=200（大阈值→更敏感）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一样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与阈值无关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教师操作：反问：太敏感会怎样？→引出误检与漏检权衡。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阈值越小，偏差容忍越低→越易报缺陷（含噪声误检）。灵敏度与误检的权衡是本课精髓。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复盘口诀｜W08 给产品做一次视觉体检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背景差分·连通域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3D2E8C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01-AI应用基础 · W08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432000"/>
            <a:ext cx="810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/>
              <a:t>安全与合规警示（操作前必读）</a:t>
            </a:r>
          </a:p>
          <a:p>
            <a:pPr>
              <a:spcAft>
                <a:spcPts val="800"/>
              </a:spcAft>
            </a:pPr>
            <a:r>
              <a:rPr sz="1400" b="0"/>
              <a:t>1. 上机前确认本工位电源开关与急停位置，确认设备处于安全状态。</a:t>
            </a:r>
          </a:p>
          <a:p>
            <a:pPr>
              <a:spcAft>
                <a:spcPts val="800"/>
              </a:spcAft>
            </a:pPr>
            <a:r>
              <a:rPr sz="1400" b="0"/>
              <a:t>2. 涉及接线的操作一律先断电、后验电、再作业，禁止带电插拔。</a:t>
            </a:r>
          </a:p>
          <a:p>
            <a:pPr>
              <a:spcAft>
                <a:spcPts val="800"/>
              </a:spcAft>
            </a:pPr>
            <a:r>
              <a:rPr sz="1400" b="0"/>
              <a:t>3. 身体任何部位不进入设备运动/散热区域，长发束起，不佩戴悬垂饰物。</a:t>
            </a:r>
          </a:p>
          <a:p>
            <a:pPr>
              <a:spcAft>
                <a:spcPts val="800"/>
              </a:spcAft>
            </a:pPr>
            <a:r>
              <a:rPr sz="1400" b="0"/>
              <a:t>4. 调试程序前先静态检查、再低速小样本试运行，确认无异常后放大规模。</a:t>
            </a:r>
          </a:p>
          <a:p>
            <a:pPr>
              <a:spcAft>
                <a:spcPts val="800"/>
              </a:spcAft>
            </a:pPr>
            <a:r>
              <a:rPr sz="1400" b="0"/>
              <a:t>5. 任何不确定或异常情况，立即停止操作并报告指导教师，不擅自处置。</a:t>
            </a:r>
          </a:p>
          <a:p>
            <a:pPr>
              <a:spcAft>
                <a:spcPts val="800"/>
              </a:spcAft>
            </a:pPr>
            <a:r>
              <a:rPr sz="1400" b="0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