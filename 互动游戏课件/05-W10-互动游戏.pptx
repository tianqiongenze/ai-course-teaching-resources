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ResNet迁移学习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本课重难点：预训练特征·维度灾难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16条样本直接连192维特征会怎样？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维度灾难（样本不够喂饱特征）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效果很好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更快训练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无影响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教师操作：追问：迁移学习怎么'借'预训练？→冻结特征+只训分类头。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样本数&lt;特征维度→过拟合风险极高；预训练特征=维度灾难的解药。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冻结预训练特征、只训分类头，是'偷懒'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错——是数据不足时的正确策略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对——该全量微调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只对图片有效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教师操作：表决后强调'16条样本怎么用预训练'是本课答案。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数据少→冻结特征只训头=把已有知识搬过来用。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复盘口诀｜W10 ResNet迁移学习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预训练特征·维度灾难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