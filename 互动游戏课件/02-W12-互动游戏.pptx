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项目终验联调与预答辩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本课重难点：全流程贯通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①②③ 排序闯关｜W12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把'读脏数据→校验清洗→告警分级→词频摘要→落盘→日报'排成正确流水线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读→清洗→分级→词频→落盘→日报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日报→读→清洗→分级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清洗→读→分级→日报→词频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顺序无所谓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教师操作：排序抢答+3分，追问：哪步坏了会影响后面全部？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数据从入口到出口的依赖顺序：先有干净数据，才有报告。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✎ 动手小实验｜W12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3分钟小组战：把本课6个模块的'输入输出'写成一张依赖表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4546A"/>
                </a:solidFill>
                <a:latin typeface="微软雅黑"/>
              </a:rPr>
              <a:t>（自由作答：白板/纸面/口头均可）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教师操作：每组画依赖表，讲给全班听，讲得清+3分。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正确答案：读(原始)→清洗(干净)→分级(告警)→词频(摘要)→落盘(CSV/JSON)→日报(PDF)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画依赖表=理解流水线，答辩时'一图贯通'。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复盘口诀｜W12 项目终验联调与预答辩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全流程贯通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