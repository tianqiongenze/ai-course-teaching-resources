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03 · W03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用Pandas清洗数据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B5E54"/>
                </a:solidFill>
                <a:latin typeface="微软雅黑"/>
              </a:rPr>
              <a:t>本课重难点：分层·规则外置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清洗规则（如'温度上限85'）应该放在哪里？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config/rules.yaml（规则外置）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散落在清洗函数里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写在注释里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不写出来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教师操作：追问：需求方想改上限，改哪里最安全？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改规则只改1行YAML=规则外置，代码不动。可配置化=工程化。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◎ 火眼找茬｜W03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下面哪处'重复'是清洗该做的？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同秒同值重复采集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两个传感器量纲不同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正常噪声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缺测一条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教师操作：找茬+2分，讲清'去重'与'换算'分工。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重复=信息冗余可去重；量纲不同要换算不是清洗。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复盘口诀｜W03 用Pandas清洗数据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分层·规则外置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B5E54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03-Python程序设计-项目实战 · W03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