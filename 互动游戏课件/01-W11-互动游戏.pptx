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01 · 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打造工业现场的智能决策助手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3D2E8C"/>
                </a:solidFill>
                <a:latin typeface="微软雅黑"/>
              </a:rPr>
              <a:t>本课重难点：RAG三步·防幻觉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RAG 的三个步骤顺序是？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切分→检索→引用生成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检索→切分→生成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生成→检索→切分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只有一步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教师操作：快问；再问：为什么必须带出处？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知识先切分（可检索）→按问题检索→带出处生成。本课工单必须带引用。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检索不到答案时，正确做法是？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诚实回答'查无依据'并说明限制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编一个最像的答案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随便给一条相近知识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报错退出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教师操作：全班表决后强调：这条就是本课的工程底线。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防幻觉：宁说'查无依据'，不硬编——工业级RAG的红线。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3D2E8C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复盘口诀｜W11 打造工业现场的智能决策助手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3D2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RAG三步·防幻觉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D2E8C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01-AI应用基础 · W11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