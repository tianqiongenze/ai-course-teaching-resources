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与Python的第一次握手 / 把设备参数存进程序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本课重难点：变量·单位换算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注塑机温度200℃，程序里应存？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200.0（数值，参与运算）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'200'（字符串，仅显示）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存不存无所谓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必须存摄氏度符号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教师操作：追问：为什么不能存字符串？→ '300℃'-'200℃'会怎样。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数值才能换算/比较；字符串只能显示。变量类型的直觉。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✎ 动手小实验｜W01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3分钟小实验：把华氏212°F换算成摄氏，写出表达式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546A"/>
                </a:solidFill>
                <a:latin typeface="微软雅黑"/>
              </a:rPr>
              <a:t>（自由作答：白板/纸面/口头均可）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教师操作：每组白板写表达式互查；最先全对组+3分。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正确答案：(212-32)*5/9=100℃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换算=先减32再乘5除9。动手写表达式→对齐变量赋值。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复盘口诀｜W01 与Python的第一次握手 / 把设备参数存进程序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变量·单位换算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