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看得懂缺陷的神经网络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本课重难点：CNN看图三要素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CNN '看图'的核心步骤顺序是？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卷积→池化→全连接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全连接→卷积→池化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池化→全连接→卷积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卷积→全连接→池化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教师操作：快问快答，答错不扣分只纠正——新课引入不宜打击。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卷积提取局部特征→池化降维→全连接分类。本课用块统计特征模拟'看图'下限。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↔ 连线配对｜W06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把'缺陷类型'与'视觉特征'连线：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气孔↔亮块比例高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裂纹↔暗线比例高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正常↔特征均衡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以上全对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教师操作：口述连线：先让2组抢答，再全班核对。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亮块/暗线/最大亮值三特征正好对应气孔/裂纹/正常——这就是特征设计的起点。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复盘口诀｜W06 看得懂缺陷的神经网络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CNN看图三要素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