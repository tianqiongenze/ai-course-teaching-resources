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03 · W07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数据仓库ORM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B5E54"/>
                </a:solidFill>
                <a:latin typeface="微软雅黑"/>
              </a:rPr>
              <a:t>本课重难点：索引·查询计划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ORM 是什么？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对象↔关系映射（类操作数据库）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一种数据库软件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只能存内存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一种文件格式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教师操作：快问；追问：'内存表+索引'怎么实现查询加速？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ORM=用类/对象操作表，不写SQL也能增删改查。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≈ 估算挑战｜W07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1万条数据按ID精确查，走索引和全表扫哪个快？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走索引（约O(log n)）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全表扫（O(n)）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一样快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索引更慢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教师操作：先猜后验：工单里打印INDEX SCAN vs FULL SCAN。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索引=有序结构二分查找；全表=逐条比。查询计划就是选这个。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复盘口诀｜W07 数据仓库ORM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索引·查询计划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B5E54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03-Python程序设计-项目实战 · W07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81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安全与合规警示（操作前必读）</a:t>
            </a:r>
          </a:p>
          <a:p>
            <a:pPr>
              <a:spcAft>
                <a:spcPts val="800"/>
              </a:spcAft>
            </a:pPr>
            <a:r>
              <a:rPr sz="1400" b="0"/>
              <a:t>1. 上机前确认本工位电源开关与急停位置，确认设备处于安全状态。</a:t>
            </a:r>
          </a:p>
          <a:p>
            <a:pPr>
              <a:spcAft>
                <a:spcPts val="800"/>
              </a:spcAft>
            </a:pPr>
            <a:r>
              <a:rPr sz="1400" b="0"/>
              <a:t>2. 涉及接线的操作一律先断电、后验电、再作业，禁止带电插拔。</a:t>
            </a:r>
          </a:p>
          <a:p>
            <a:pPr>
              <a:spcAft>
                <a:spcPts val="800"/>
              </a:spcAft>
            </a:pPr>
            <a:r>
              <a:rPr sz="1400" b="0"/>
              <a:t>3. 身体任何部位不进入设备运动/散热区域，长发束起，不佩戴悬垂饰物。</a:t>
            </a:r>
          </a:p>
          <a:p>
            <a:pPr>
              <a:spcAft>
                <a:spcPts val="800"/>
              </a:spcAft>
            </a:pPr>
            <a:r>
              <a:rPr sz="1400" b="0"/>
              <a:t>4. 调试程序前先静态检查、再低速小样本试运行，确认无异常后放大规模。</a:t>
            </a:r>
          </a:p>
          <a:p>
            <a:pPr>
              <a:spcAft>
                <a:spcPts val="800"/>
              </a:spcAft>
            </a:pPr>
            <a:r>
              <a:rPr sz="1400" b="0"/>
              <a:t>5. 任何不确定或异常情况，立即停止操作并报告指导教师，不擅自处置。</a:t>
            </a:r>
          </a:p>
          <a:p>
            <a:pPr>
              <a:spcAft>
                <a:spcPts val="800"/>
              </a:spcAft>
            </a:pPr>
            <a:r>
              <a:rPr sz="1400" b="0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