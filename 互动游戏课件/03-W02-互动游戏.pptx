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914400"/>
            <a:ext cx="10515600" cy="1737360"/>
          </a:xfrm>
          <a:prstGeom prst="roundRect">
            <a:avLst/>
          </a:prstGeom>
          <a:solidFill>
            <a:srgbClr val="0B5E54"/>
          </a:solidFill>
          <a:ln w="15240">
            <a:solidFill>
              <a:srgbClr val="0B5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1143000"/>
            <a:ext cx="9875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微软雅黑"/>
              </a:rPr>
              <a:t>03 · W02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783080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互动游戏课件 · 像企业团队一样写代码 / 交付工程模板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0B5E54"/>
                </a:solidFill>
                <a:latin typeface="微软雅黑"/>
              </a:rPr>
              <a:t>本课重难点：工程结构·规范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49039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本册含 2 个课堂互动游戏 + 答案讲评 + 复盘口诀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教师操作要点见右侧提示（每题标注时间与计分）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4546A"/>
                </a:solidFill>
                <a:latin typeface="微软雅黑"/>
              </a:rPr>
              <a:t>配套教师手册：互动游戏教师手册.md ｜ 与工单、工程化项目同一载体：重庆两江智造集团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0B5E54"/>
          </a:solidFill>
          <a:ln w="15240">
            <a:solidFill>
              <a:srgbClr val="0B5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游戏1 · ?  课前快问｜W02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10328"/>
                </a:solidFill>
                <a:latin typeface="微软雅黑"/>
              </a:rPr>
              <a:t>企业级Python项目应有哪些目录？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5E54"/>
                </a:solidFill>
                <a:latin typeface="微软雅黑"/>
              </a:rPr>
              <a:t>选项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A src/tests/docs/config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5876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B 只有一个.py文件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17136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C 全放桌面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75504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D 只要代码不要文档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760720"/>
            <a:ext cx="10515600" cy="822960"/>
          </a:xfrm>
          <a:prstGeom prst="roundRect">
            <a:avLst/>
          </a:prstGeom>
          <a:solidFill>
            <a:srgbClr val="FAEEDA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教师操作：追问：requirements.txt 是给谁看的？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F5670F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游戏1 答案与讲评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93C1D"/>
                </a:solidFill>
                <a:latin typeface="微软雅黑"/>
              </a:rPr>
              <a:t>正确答案：A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10515600" cy="2011680"/>
          </a:xfrm>
          <a:prstGeom prst="roundRect">
            <a:avLst/>
          </a:prstGeom>
          <a:solidFill>
            <a:srgbClr val="EAF3DE"/>
          </a:solidFill>
          <a:ln w="15240">
            <a:solidFill>
              <a:srgbClr val="3B6D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为什么是这个答案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src代码/tests测试/docs文档/config配置——四目录是团队协作的底线。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4546A"/>
                </a:solidFill>
                <a:latin typeface="微软雅黑"/>
              </a:rPr>
              <a:t>评分建议：答对+2分；答错不扣分但需说出理由；思路对一半+1分。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0B5E54"/>
          </a:solidFill>
          <a:ln w="15240">
            <a:solidFill>
              <a:srgbClr val="0B5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游戏2 · ✓✗ 举牌判断｜W02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10328"/>
                </a:solidFill>
                <a:latin typeface="微软雅黑"/>
              </a:rPr>
              <a:t>10分钟内生成工程骨架（四目录+.gitignore+README）是'偷懒'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5E54"/>
                </a:solidFill>
                <a:latin typeface="微软雅黑"/>
              </a:rPr>
              <a:t>选项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A 错——骨架先行是规范动作，避免返工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5876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B 对——先写代码再说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17136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C 只对大项目需要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75504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D 无所谓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760720"/>
            <a:ext cx="10515600" cy="822960"/>
          </a:xfrm>
          <a:prstGeom prst="roundRect">
            <a:avLst/>
          </a:prstGeom>
          <a:solidFill>
            <a:srgbClr val="FAEEDA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教师操作：表决后强调：本课P1.2就是骨架冲刺。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F5670F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游戏2 答案与讲评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93C1D"/>
                </a:solidFill>
                <a:latin typeface="微软雅黑"/>
              </a:rPr>
              <a:t>正确答案：A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10515600" cy="2011680"/>
          </a:xfrm>
          <a:prstGeom prst="roundRect">
            <a:avLst/>
          </a:prstGeom>
          <a:solidFill>
            <a:srgbClr val="EAF3DE"/>
          </a:solidFill>
          <a:ln w="15240">
            <a:solidFill>
              <a:srgbClr val="3B6D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为什么是这个答案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骨架先行=先立结构再填内容，团队协作的前提。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4546A"/>
                </a:solidFill>
                <a:latin typeface="微软雅黑"/>
              </a:rPr>
              <a:t>评分建议：答对+2分；答错不扣分但需说出理由；思路对一半+1分。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0B5E54"/>
          </a:solidFill>
          <a:ln w="15240">
            <a:solidFill>
              <a:srgbClr val="0B5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复盘口诀｜W02 像企业团队一样写代码 / 交付工程模板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37360"/>
            <a:ext cx="10515600" cy="3108960"/>
          </a:xfrm>
          <a:prstGeom prst="roundRect">
            <a:avLst/>
          </a:prstGeom>
          <a:solidFill>
            <a:srgbClr val="F1EFE8"/>
          </a:solidFill>
          <a:ln w="15240">
            <a:solidFill>
              <a:srgbClr val="0B5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100584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一句话记住本课：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工程结构·规范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课堂节奏建议：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游戏A（5分钟）→ 精讲 → 游戏B（5分钟）→ 复盘口诀（2分钟）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全班计分：小组积分累计到工单评分（游戏加分≤5分，教师自定义）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0B5E54"/>
                </a:solidFill>
                <a:latin typeface="微软雅黑"/>
              </a:rPr>
              <a:t>玩中学 · 学中做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749039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重庆两江智造集团 · 03-Python程序设计-项目实战 · W02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