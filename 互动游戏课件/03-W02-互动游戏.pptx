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03 · W02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像企业团队一样写代码 / 交付工程模板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B5E54"/>
                </a:solidFill>
                <a:latin typeface="微软雅黑"/>
              </a:rPr>
              <a:t>本课重难点：工程结构·规范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企业级Python项目应有哪些目录？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src/tests/docs/config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只有一个.py文件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全放桌面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只要代码不要文档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教师操作：追问：requirements.txt 是给谁看的？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src代码/tests测试/docs文档/config配置——四目录是团队协作的底线。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10分钟内生成工程骨架（四目录+.gitignore+README）是'偷懒'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错——骨架先行是规范动作，避免返工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对——先写代码再说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只对大项目需要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教师操作：表决后强调：本课P1.2就是骨架冲刺。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骨架先行=先立结构再填内容，团队协作的前提。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复盘口诀｜W02 像企业团队一样写代码 / 交付工程模板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工程结构·规范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5E54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03-Python程序设计-项目实战 · W02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