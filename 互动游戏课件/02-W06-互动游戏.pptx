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程序生病了怎么办 / 健壮采集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本课重难点：异常·脏数据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float('abc') 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抛 ValueError 异常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返回0.0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返回'abc'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程序直接崩溃退出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教师操作：先让猜，再现场演示 float('abc') 报错。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转换非法字符串抛 ValueError；不捕获=程序中断，捕获=可隔离。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◎ 火眼找茬｜W06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下面哪段代码更'健壮'？（读取一行传感器数据）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逐行try/except，坏行进隔离区继续采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一次读完，坏了就崩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读不到就退出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都一样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教师操作：分组表决，强调'宁可慢，不可丢'。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健壮采集=逐条校验+异常隔离+统计留痕，坏数据不中断。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复盘口诀｜W06 程序生病了怎么办 / 健壮采集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异常·脏数据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