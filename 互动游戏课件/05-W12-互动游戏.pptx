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05 · W12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LLM故障诊断·三版Prompt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0A6A6"/>
                </a:solidFill>
                <a:latin typeface="微软雅黑"/>
              </a:rPr>
              <a:t>本课重难点：Prompt价值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同一个问题，朴素/角色/示例三种问法，哪种效果最好？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示例(Few-shot)通常最好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朴素最好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完全一样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角色最差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教师操作：现场跑三版对比（工单可注入LLM通道）。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示例=给'标准答案的样子'，模型模仿更稳——Prompt工程核心。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✎ 动手小实验｜W12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2分钟：给'电机异响发热'写一个'角色式'Prompt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4546A"/>
                </a:solidFill>
                <a:latin typeface="微软雅黑"/>
              </a:rPr>
              <a:t>（自由作答：白板/纸面/口头均可）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教师操作：各组念自己的Prompt，互评谁最'专业'。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正确答案：例：你是设备运维工程师，请基于振动知识给出处置建议…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角色=约束输出视角；动手写才有体感。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复盘口诀｜W12 LLM故障诊断·三版Prompt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Prompt价值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0A6A6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05-AI应用基础48课时版 · W12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