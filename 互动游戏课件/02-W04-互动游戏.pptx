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从图纸到对象：设备建模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本课重难点：对象=数据+行为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把'温度/压力/转速'和'启动/停止/巡检'放进一个类，分别属于？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温度等是属性(数据)，启动等是方法(行为)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全是方法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全是属性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放不进去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教师操作：快问；追问：为什么禁止重复启动？→业务规则进类。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对象=状态(属性)+行为(方法)。这是面向对象的第一性原理。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设备已运行，再调 start() 应被拒绝（业务规则）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对——类内实现业务校验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错——随便调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只在main里检查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教师操作：表决后强调：规则进类，而不是散落在调用处。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把'禁止重复启动'写进方法=行为与状态自洽，调用方无需记忆规则。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复盘口诀｜W04 从图纸到对象：设备建模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对象=数据+行为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