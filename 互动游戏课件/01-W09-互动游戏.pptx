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毫秒级发现产线缺陷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本课重难点：预训练≠万能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把COCO预训练YOLO直接用到工业焊缝，最可能的坑是？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类别不匹配（COCO没有气孔/裂纹类）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模型太大跑不动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需要GPU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完全能用，没有坑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教师操作：先让猜'检出几个'，再揭晓双路线对照数据。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预训练学的是自然图像类别；工业缺陷类别不在认知里→检出0是'诚实'结果。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⚡ 抢答风暴｜W09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快速抢答：什么场景下传统视觉比YOLO更合适？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缺陷类别固定、背景稳定、要毫秒级响应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缺陷种类繁多且不断变化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需要识别人脸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数据完全无标注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教师操作：3组抢答，答出'固定/稳定/毫秒'任一关键词即得分。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类别固定+背景稳定=传统视觉又快又省；多变场景才轮到YOLO。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复盘口诀｜W09 毫秒级发现产线缺陷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预训练≠万能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