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914400"/>
            <a:ext cx="10515600" cy="1737360"/>
          </a:xfrm>
          <a:prstGeom prst="roundRect">
            <a:avLst/>
          </a:prstGeom>
          <a:solidFill>
            <a:srgbClr val="0B5E54"/>
          </a:solidFill>
          <a:ln w="15240">
            <a:solidFill>
              <a:srgbClr val="0B5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143000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微软雅黑"/>
              </a:rPr>
              <a:t>03 · W06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783080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互动游戏课件 · 多源数据采集中枢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260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0B5E54"/>
                </a:solidFill>
                <a:latin typeface="微软雅黑"/>
              </a:rPr>
              <a:t>本课重难点：对账·退避重连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49039"/>
            <a:ext cx="105156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>本册含 2 个课堂互动游戏 + 答案讲评 + 复盘口诀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>教师操作要点见右侧提示（每题标注时间与计分）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7607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4546A"/>
                </a:solidFill>
                <a:latin typeface="微软雅黑"/>
              </a:rPr>
              <a:t>配套教师手册：互动游戏教师手册.md ｜ 与工单、工程化项目同一载体：重庆两江智造集团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0B5E54"/>
          </a:solidFill>
          <a:ln w="15240">
            <a:solidFill>
              <a:srgbClr val="0B5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游戏1 · ?  课前快问｜W06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10328"/>
                </a:solidFill>
                <a:latin typeface="微软雅黑"/>
              </a:rPr>
              <a:t>三个PLC同时采数，如何保证'账目'对得上？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3464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微软雅黑"/>
              </a:rPr>
              <a:t>选项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A 恒等式校验（如采集=存储+丢弃）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5876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B 只信第一个PLC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17136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C 看运气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75504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D 不校验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760720"/>
            <a:ext cx="10515600" cy="822960"/>
          </a:xfrm>
          <a:prstGeom prst="roundRect">
            <a:avLst/>
          </a:prstGeom>
          <a:solidFill>
            <a:srgbClr val="FAEEDA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85216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010328"/>
                </a:solidFill>
                <a:latin typeface="微软雅黑"/>
              </a:rPr>
              <a:t>教师操作：追问：校验不过怎么办？→告警留痕。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F5670F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游戏1 答案与讲评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993C1D"/>
                </a:solidFill>
                <a:latin typeface="微软雅黑"/>
              </a:rPr>
              <a:t>正确答案：A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560320"/>
            <a:ext cx="10515600" cy="2011680"/>
          </a:xfrm>
          <a:prstGeom prst="roundRect">
            <a:avLst/>
          </a:prstGeom>
          <a:solidFill>
            <a:srgbClr val="EAF3DE"/>
          </a:solidFill>
          <a:ln w="15240">
            <a:solidFill>
              <a:srgbClr val="3B6D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743200"/>
            <a:ext cx="10058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为什么是这个答案</a:t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对账恒等式=输入输出守恒，任何一环节丢数都能暴露。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9377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4546A"/>
                </a:solidFill>
                <a:latin typeface="微软雅黑"/>
              </a:rPr>
              <a:t>评分建议：答对+2分；答错不扣分但需说出理由；思路对一半+1分。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0B5E54"/>
          </a:solidFill>
          <a:ln w="15240">
            <a:solidFill>
              <a:srgbClr val="0B5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游戏2 · ✓✗ 举牌判断｜W06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10328"/>
                </a:solidFill>
                <a:latin typeface="微软雅黑"/>
              </a:rPr>
              <a:t>断线后应'退避重连'（间隔越来越长）而不是死命狂连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3464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微软雅黑"/>
              </a:rPr>
              <a:t>选项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A 对——狂连浪费资源且可能加重故障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5876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B 错——越快越好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17136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C 只重连一次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75504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D 断了就算了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760720"/>
            <a:ext cx="10515600" cy="822960"/>
          </a:xfrm>
          <a:prstGeom prst="roundRect">
            <a:avLst/>
          </a:prstGeom>
          <a:solidFill>
            <a:srgbClr val="FAEEDA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85216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010328"/>
                </a:solidFill>
                <a:latin typeface="微软雅黑"/>
              </a:rPr>
              <a:t>教师操作：情境：你和同事同时重启，狂点会怎样？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F5670F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游戏2 答案与讲评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993C1D"/>
                </a:solidFill>
                <a:latin typeface="微软雅黑"/>
              </a:rPr>
              <a:t>正确答案：A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560320"/>
            <a:ext cx="10515600" cy="2011680"/>
          </a:xfrm>
          <a:prstGeom prst="roundRect">
            <a:avLst/>
          </a:prstGeom>
          <a:solidFill>
            <a:srgbClr val="EAF3DE"/>
          </a:solidFill>
          <a:ln w="15240">
            <a:solidFill>
              <a:srgbClr val="3B6D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743200"/>
            <a:ext cx="10058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为什么是这个答案</a:t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退避=2s→4s→8s...，给对端喘息，体现'宁可慢不可丢'。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9377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4546A"/>
                </a:solidFill>
                <a:latin typeface="微软雅黑"/>
              </a:rPr>
              <a:t>评分建议：答对+2分；答错不扣分但需说出理由；思路对一半+1分。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0B5E54"/>
          </a:solidFill>
          <a:ln w="15240">
            <a:solidFill>
              <a:srgbClr val="0B5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复盘口诀｜W06 多源数据采集中枢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37360"/>
            <a:ext cx="10515600" cy="3108960"/>
          </a:xfrm>
          <a:prstGeom prst="roundRect">
            <a:avLst/>
          </a:prstGeom>
          <a:solidFill>
            <a:srgbClr val="F1EFE8"/>
          </a:solidFill>
          <a:ln w="15240">
            <a:solidFill>
              <a:srgbClr val="0B5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100584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一句话记住本课：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对账·退避重连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课堂节奏建议：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游戏A（5分钟）→ 精讲 → 游戏B（5分钟）→ 复盘口诀（2分钟）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全班计分：小组积分累计到工单评分（游戏加分≤5分，教师自定义）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0B5E54"/>
                </a:solidFill>
                <a:latin typeface="微软雅黑"/>
              </a:rPr>
              <a:t>玩中学 · 学中做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749039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>重庆两江智造集团 · 03-Python程序设计-项目实战 · W06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