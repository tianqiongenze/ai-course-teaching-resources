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03 · W06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多源数据采集中枢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B5E54"/>
                </a:solidFill>
                <a:latin typeface="微软雅黑"/>
              </a:rPr>
              <a:t>本课重难点：对账·退避重连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三个PLC同时采数，如何保证'账目'对得上？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恒等式校验（如采集=存储+丢弃）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只信第一个PLC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看运气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不校验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教师操作：追问：校验不过怎么办？→告警留痕。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对账恒等式=输入输出守恒，任何一环节丢数都能暴露。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✓✗ 举牌判断｜W06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断线后应'退避重连'（间隔越来越长）而不是死命狂连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对——狂连浪费资源且可能加重故障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错——越快越好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只重连一次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断了就算了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教师操作：情境：你和同事同时重启，狂点会怎样？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退避=2s→4s→8s...，给对端喘息，体现'宁可慢不可丢'。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复盘口诀｜W06 多源数据采集中枢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对账·退避重连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B5E54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03-Python程序设计-项目实战 · W06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