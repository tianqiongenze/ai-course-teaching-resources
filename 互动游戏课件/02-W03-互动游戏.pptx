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02 · W03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让程序自己跑起来 / 多设备巡检循环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4477D"/>
                </a:solidFill>
                <a:latin typeface="微软雅黑"/>
              </a:rPr>
              <a:t>本课重难点：双层循环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巡检3台设备×4个周期，外层循环应该是？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外层设备、内层周期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外层周期、内层设备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只用一个循环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顺序无关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教师操作：让两派各说一次业务场景，再公布本课口径。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外层设备=对每台设备做完整巡检；外层周期=时间优先。谁在外层=谁主导业务。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✎ 动手小实验｜W03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2分钟：写出双层循环打印'第i台设备-第j周期'（伪码也行）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4477D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44546A"/>
                </a:solidFill>
                <a:latin typeface="微软雅黑"/>
              </a:rPr>
              <a:t>（自由作答：白板/纸面/口头均可）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教师操作：白板/纸面写，最快全对组+3分。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正确答案：for i in range(3): for j in range(4): print(i,j)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动手写双层循环=建立循环结构直觉。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14477D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复盘口诀｜W03 让程序自己跑起来 / 多设备巡检循环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1447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双层循环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477D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02-程序设计基础 · W03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