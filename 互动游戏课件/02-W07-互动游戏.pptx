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从杂乱报文中提取信息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本课重难点：格式路由·降级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同一台设备报文格式可能是JSON/逗号/键值对，解析器该怎么做？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按格式路由，各格式独立解析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只支持一种格式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全部当字符串输出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报错即可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教师操作：追问：遇到新格式怎么办？→加一个路由分支。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可扩展解析器=按格式路由；解析失败降级为'未知格式'并统计占比。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2分钟：'temp=75.3;press=2.5' 怎么拆成字典？写一行代码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教师操作：最快写出+2分，追问：值里带等号会怎样？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正确答案：dict(x.split('=') for x in s.split(';'))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键值对报文→split→字典推导。动手即理解。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复盘口诀｜W07 从杂乱报文中提取信息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格式路由·降级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