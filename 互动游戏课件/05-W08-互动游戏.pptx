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MLP神经网络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本课重难点：收敛·过拟合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训练损失降、验证损失反升，是？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过拟合（泛化变差）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欠拟合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正常现象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数据错了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教师操作：先给曲线图让判断，再揭晓'早停'。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验证升=模型记住训练集细节，泛化下降——早停的正当时机。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⚡ 抢答风暴｜W08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快速抢答：防止过拟合的两种手段？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早停/正则化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多训练几轮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加大学习率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换更多层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教师操作：抢答+2分，强调'看曲线不是看准确率'。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早停=验证不再降就停；正则=惩罚过大的权重。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复盘口诀｜W08 MLP神经网络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收敛·过拟合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