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设备如何在网络上说话 / 采数上报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本课重难点：重试·待补传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上报失败又不想丢数据，正确做法是？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重试+最终落盘待补传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直接丢弃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一直卡住不动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报错退出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教师操作：追问：一直失败会怎样？→待补传文件越积越多。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宁可慢，不可丢：重试→退避→待补传队列，保证不丢数。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本地缓存数据未上报就断电，缓存文件必须可恢复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对——持久化缓存是底线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错——丢了算了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只缓存内存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教师操作：情境：巡井工断电重启，数据还在不在？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采集端断电=数据仍在磁盘待补传，恢复后补发。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复盘口诀｜W11 设备如何在网络上说话 / 采数上报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重试·待补传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