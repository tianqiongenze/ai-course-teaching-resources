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预知设备的剩余寿命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本课重难点：RMSE→业务翻译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RMSE=2.1天，退化区间约30天，这意味着？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误差约7%退化区间，可提前约2个维护周期介入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模型完全没用，误差太大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剩余寿命=2.1天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与维护无关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教师操作：先给公式再问：RMSE/区间≈误差率。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把RMSE翻译成业务语言：误差占比×周期=可提前介入的窗口。高工汇报标准动作。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特征从1.0线性爬到10.0需30天，今天=7.0，剩余寿命约？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7天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10天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21天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30天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教师操作：限时30秒口算，抢答者上黑板写算式。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剩余比例=(10-7)/10×30=9≈10天。线性外推是本课直觉起点。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复盘口诀｜W07 预知设备的剩余寿命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RMSE→业务翻译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