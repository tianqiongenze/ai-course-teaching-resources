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05 · W11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YOLO实时缺陷检测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0A6A6"/>
                </a:solidFill>
                <a:latin typeface="微软雅黑"/>
              </a:rPr>
              <a:t>本课重难点：锚框·步长·IoU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滑窗检测中窗口尺寸(win)太大或太小分别会？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6A6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太大→漏小缺陷，太小→重复框+慢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没影响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越大越好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越小越好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教师操作：追问：YOLO的锚框就是'预置多种win'。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win取舍=召回与速度的权衡，本课用实验找平衡点。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≈ 估算挑战｜W11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检测框和真值框重合度用什么指标？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6A6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IoU（交并比）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准确率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词频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不需要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教师操作：快问+1分，追问：IoU=0.5算检出吗？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IoU=交集/并集，衡量'框得准不准'。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复盘口诀｜W11 YOLO实时缺陷检测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锚框·步长·IoU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0A6A6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05-AI应用基础48课时版 · W11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432000"/>
            <a:ext cx="810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/>
              <a:t>安全与合规警示（操作前必读）</a:t>
            </a:r>
          </a:p>
          <a:p>
            <a:pPr>
              <a:spcAft>
                <a:spcPts val="800"/>
              </a:spcAft>
            </a:pPr>
            <a:r>
              <a:rPr sz="1400" b="0"/>
              <a:t>1. 上机前确认本工位电源开关与急停位置，确认设备处于安全状态。</a:t>
            </a:r>
          </a:p>
          <a:p>
            <a:pPr>
              <a:spcAft>
                <a:spcPts val="800"/>
              </a:spcAft>
            </a:pPr>
            <a:r>
              <a:rPr sz="1400" b="0"/>
              <a:t>2. 涉及接线的操作一律先断电、后验电、再作业，禁止带电插拔。</a:t>
            </a:r>
          </a:p>
          <a:p>
            <a:pPr>
              <a:spcAft>
                <a:spcPts val="800"/>
              </a:spcAft>
            </a:pPr>
            <a:r>
              <a:rPr sz="1400" b="0"/>
              <a:t>3. 身体任何部位不进入设备运动/散热区域，长发束起，不佩戴悬垂饰物。</a:t>
            </a:r>
          </a:p>
          <a:p>
            <a:pPr>
              <a:spcAft>
                <a:spcPts val="800"/>
              </a:spcAft>
            </a:pPr>
            <a:r>
              <a:rPr sz="1400" b="0"/>
              <a:t>4. 调试程序前先静态检查、再低速小样本试运行，确认无异常后放大规模。</a:t>
            </a:r>
          </a:p>
          <a:p>
            <a:pPr>
              <a:spcAft>
                <a:spcPts val="800"/>
              </a:spcAft>
            </a:pPr>
            <a:r>
              <a:rPr sz="1400" b="0"/>
              <a:t>5. 任何不确定或异常情况，立即停止操作并报告指导教师，不擅自处置。</a:t>
            </a:r>
          </a:p>
          <a:p>
            <a:pPr>
              <a:spcAft>
                <a:spcPts val="800"/>
              </a:spcAft>
            </a:pPr>
            <a:r>
              <a:rPr sz="1400" b="0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