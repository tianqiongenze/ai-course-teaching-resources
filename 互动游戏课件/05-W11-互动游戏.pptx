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05 · W11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YOLO实时缺陷检测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0A6A6"/>
                </a:solidFill>
                <a:latin typeface="微软雅黑"/>
              </a:rPr>
              <a:t>本课重难点：锚框·步长·IoU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滑窗检测中窗口尺寸(win)太大或太小分别会？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太大→漏小缺陷，太小→重复框+慢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没影响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越大越好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越小越好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教师操作：追问：YOLO的锚框就是'预置多种win'。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win取舍=召回与速度的权衡，本课用实验找平衡点。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≈ 估算挑战｜W11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检测框和真值框重合度用什么指标？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IoU（交并比）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准确率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词频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不需要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教师操作：快问+1分，追问：IoU=0.5算检出吗？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IoU=交集/并集，衡量'框得准不准'。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复盘口诀｜W11 YOLO实时缺陷检测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锚框·步长·IoU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A6A6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05-AI应用基础48课时版 · W11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