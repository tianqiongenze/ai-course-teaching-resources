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01 · 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喂给模型好数据，模型才聪明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3D2E8C"/>
                </a:solidFill>
                <a:latin typeface="微软雅黑"/>
              </a:rPr>
              <a:t>本课重难点：脏数据三态·质量分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下面哪一项不是工业日志的典型脏数据？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传感器缺测（NaN）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数值超物理上限（如温度999℃）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正常波动的小噪声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重复记录（同秒重复采集）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教师操作：手势1-4表决，追问：噪声为什么不能清掉？（信息量）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小噪声是信号的一部分；缺测/超限/重复才是要清洗的脏。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◎ 火眼找茬｜W05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下面这行泵站日志哪里有问题？</a:t>
            </a:r>
          </a:p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ts=08:00:01.000 temp=75.3 press=2.50 vib=-0.31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vib=-0.31 负值异常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temp=75.3 超上限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press=2.50 精度不足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全部正常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教师操作：限时20秒找茬，先找出者+1分。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振动加速度幅值不可能为负——负值=传感器极性/标定错误，需清洗或隔离。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复盘口诀｜W05 喂给模型好数据，模型才聪明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脏数据三态·质量分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D2E8C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01-AI应用基础 · W05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