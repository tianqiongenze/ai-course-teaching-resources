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多智能体检修调度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本课重难点：奖励函数≠KPI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奖励函数设计不当会？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智能体'钻空子'（奖励≠真正KPI）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一定能做好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无关紧要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只会变慢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教师操作：经典案例：'安全优先'策略吃满空转罚款也要躲——为什么？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奖励函数≠KPI：智能体会优化'奖励'而不是'目标'——工程张力。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⚡ 抢答风暴｜W14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快速抢答：怎么验证策略真的好？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多策略对照+奖励敏感性实验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只看一个策略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凭感觉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看动画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教师操作：抢答+2分，强调'对照实验'。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随机/奖励导向/安全优先三策略对照，量化'谁在什么指标上赢'。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复盘口诀｜W14 多智能体检修调度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奖励函数≠KPI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