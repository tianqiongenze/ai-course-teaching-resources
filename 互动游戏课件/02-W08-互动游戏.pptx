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工业数据的通用语言 / 文件处理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本课重难点：CSV/JSON·原子写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把数据写进CSV又担心写到一半断电，正确姿势是？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先写临时文件再原子改名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直接写原文件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多写几遍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只存内存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教师操作：追问：为什么rename是原子的？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原子写=写tmp→flush→rename，防半成品文件。数据'活过下一次关机'。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≈ 估算挑战｜W08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读回文件后要验证数据没坏，最简单的方法是？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读回后与写出的内容逐一比对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看文件大小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打不开就删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不验证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教师操作：快问，答对+1分。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读回比对=一致性校验（本课工单的验证步）。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复盘口诀｜W08 工业数据的通用语言 / 文件处理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CSV/JSON·原子写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