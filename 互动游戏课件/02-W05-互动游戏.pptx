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设备的家族谱系 / 一套接口多种设备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本课重难点：继承·多态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'泵是设备的一种'用面向对象怎么说？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泵类继承设备类（is-a）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泵类包含设备类（has-a）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两个独立类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泵是设备的实例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教师操作：举手表决，追问：has-a的例子（设备拥有传感器）。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继承=is-a关系：子类复用父类能力并扩展专属能力。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⚡ 抢答风暴｜W05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快速抢答：父类有start()，泵和风机各要'不同启动方式'，怎么办？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子类重写(覆盖)start()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改父类代码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新建两个独立类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不启动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教师操作：抢答+3分，追问：super().__init__()有什么用？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方法覆盖=接口不变、行为不同——多态的核心。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复盘口诀｜W05 设备的家族谱系 / 一套接口多种设备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继承·多态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