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02 · 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读懂成千上万条故障描述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4477D"/>
                </a:solidFill>
                <a:latin typeface="微软雅黑"/>
              </a:rPr>
              <a:t>本课重难点：分词·词频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中文'轴承磨损'想按词统计，没装jieba怎么办？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用二元词（相邻两字成词）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按单字统计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不统计了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手工数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教师操作：口述例子：'轴承磨损'的二元词有哪些？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二元词=相邻两字成词，免依赖可跑——'轴承''承磨''磨损'。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↔ 连线配对｜W09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把'词'与'处理方式'连线：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'的/了/是' ↔ 停用词过滤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'轴承' ↔ 保留并统计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'磨损' ↔ 保留并统计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以上全对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教师操作：连线抢答+2分。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停用词过滤虚词，实义词保留下Top-N——词频报告才有信息量。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14477D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复盘口诀｜W09 读懂成千上万条故障描述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1447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分词·词频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477D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02-程序设计基础 · W09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