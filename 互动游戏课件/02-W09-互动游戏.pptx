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914400"/>
            <a:ext cx="10515600" cy="1737360"/>
          </a:xfrm>
          <a:prstGeom prst="roundRect">
            <a:avLst/>
          </a:prstGeom>
          <a:solidFill>
            <a:srgbClr val="14477D"/>
          </a:solidFill>
          <a:ln w="15240">
            <a:solidFill>
              <a:srgbClr val="144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14300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02 · W09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78308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互动游戏课件 · 读懂成千上万条故障描述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477D"/>
                </a:solidFill>
                <a:latin typeface="微软雅黑"/>
              </a:rPr>
              <a:t>本课重难点：分词·词频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本册含 2 个课堂互动游戏 + 答案讲评 + 复盘口诀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教师操作要点见右侧提示（每题标注时间与计分）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4546A"/>
                </a:solidFill>
                <a:latin typeface="微软雅黑"/>
              </a:rPr>
              <a:t>配套教师手册：互动游戏教师手册.md ｜ 与工单、工程化项目同一载体：重庆两江智造集团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14477D"/>
          </a:solidFill>
          <a:ln w="15240">
            <a:solidFill>
              <a:srgbClr val="144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· ?  课前快问｜W09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中文'轴承磨损'想按词统计，没装jieba怎么办？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用二元词（相邻两字成词）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按单字统计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不统计了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手工数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教师操作：口述例子：'轴承磨损'的二元词有哪些？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二元词=相邻两字成词，免依赖可跑——'轴承''承磨''磨损'。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14477D"/>
          </a:solidFill>
          <a:ln w="15240">
            <a:solidFill>
              <a:srgbClr val="144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· ↔ 连线配对｜W09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把'词'与'处理方式'连线：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'的/了/是' ↔ 停用词过滤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'轴承' ↔ 保留并统计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'磨损' ↔ 保留并统计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以上全对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教师操作：连线抢答+2分。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停用词过滤虚词，实义词保留下Top-N——词频报告才有信息量。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14477D"/>
          </a:solidFill>
          <a:ln w="15240">
            <a:solidFill>
              <a:srgbClr val="144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复盘口诀｜W09 读懂成千上万条故障描述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0515600" cy="3108960"/>
          </a:xfrm>
          <a:prstGeom prst="roundRect">
            <a:avLst/>
          </a:prstGeom>
          <a:solidFill>
            <a:srgbClr val="F1EFE8"/>
          </a:solidFill>
          <a:ln w="15240">
            <a:solidFill>
              <a:srgbClr val="144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0058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一句话记住本课：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分词·词频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课堂节奏建议：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游戏A（5分钟）→ 精讲 → 游戏B（5分钟）→ 复盘口诀（2分钟）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全班计分：小组积分累计到工单评分（游戏加分≤5分，教师自定义）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14477D"/>
                </a:solidFill>
                <a:latin typeface="微软雅黑"/>
              </a:rPr>
              <a:t>玩中学 · 学中做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749039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重庆两江智造集团 · 02-程序设计基础 · W09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