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竞标：CNN或LSTM二选一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本课重难点：证据而非形容词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竞标书里'我们的模型更好'——这句话缺什么？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量化证据（基线对比/数据）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形容词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更大的字号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颜色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教师操作：追问：'证据'具体指哪些数字？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竞标要证据：先跑轻量基线拿数据，再带着证据上答辩台。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↔ 连线配对｜W09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把'场景'与'候选模型'连线：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焊缝缺陷图像 ↔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风机振动时序 ↔ 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两个都要先跑基线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以上全对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教师操作：连线抢答+2分。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图像→CNN、时序→LSTM，但都先基线后竞标。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复盘口诀｜W09 竞标：CNN或LSTM二选一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证据而非形容词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