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822960" y="914400"/>
            <a:ext cx="10515600" cy="173736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188720" y="1143000"/>
            <a:ext cx="987552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FFFFFF"/>
                </a:solidFill>
                <a:latin typeface="微软雅黑"/>
              </a:rPr>
              <a:t>03 · 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88720" y="1783080"/>
            <a:ext cx="987552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600" b="1">
                <a:solidFill>
                  <a:srgbClr val="FFFFFF"/>
                </a:solidFill>
                <a:latin typeface="微软雅黑"/>
              </a:rPr>
              <a:t>互动游戏课件 · 模型训练与服务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92608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0B5E54"/>
                </a:solidFill>
                <a:latin typeface="微软雅黑"/>
              </a:rPr>
              <a:t>本课重难点：评估门禁·上线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749039"/>
            <a:ext cx="105156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本册含 2 个课堂互动游戏 + 答案讲评 + 复盘口诀</a:t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教师操作要点见右侧提示（每题标注时间与计分）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576072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44546A"/>
                </a:solidFill>
                <a:latin typeface="微软雅黑"/>
              </a:rPr>
              <a:t>配套教师手册：互动游戏教师手册.md ｜ 与工单、工程化项目同一载体：重庆两江智造集团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· ?  课前快问｜W08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训练完模型评估macro-F1=0.62，低于门禁0.80，怎么办？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拒绝上线，回去改特征/调参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先上线再说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改门禁数字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重启电脑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教师操作：情境题：产品经理催你上线，模型不达标，你怎么办？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游戏1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评估门禁硬阻断=不合格不发布。改门禁数字=自欺欺人。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· ①②③ 排序闯关｜W08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010328"/>
                </a:solidFill>
                <a:latin typeface="微软雅黑"/>
              </a:rPr>
              <a:t>把'训练→评估→门禁→落盘→起服务→healthz自检'排序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834640"/>
            <a:ext cx="3657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0B5E54"/>
                </a:solidFill>
                <a:latin typeface="微软雅黑"/>
              </a:rPr>
              <a:t>选项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A 训练→评估→门禁→落盘→服务→自检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38587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B 服务→训练→评估→门禁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517136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C 落盘→训练→服务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5175504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D 顺序无所谓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5760720"/>
            <a:ext cx="10515600" cy="822960"/>
          </a:xfrm>
          <a:prstGeom prst="roundRect">
            <a:avLst/>
          </a:prstGeom>
          <a:solidFill>
            <a:srgbClr val="FAEEDA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5852160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010328"/>
                </a:solidFill>
                <a:latin typeface="微软雅黑"/>
              </a:rPr>
              <a:t>教师操作：排序抢答+3分。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F5670F"/>
          </a:solidFill>
          <a:ln w="15240">
            <a:solidFill>
              <a:srgbClr val="F567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游戏2 答案与讲评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645920"/>
            <a:ext cx="105156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1">
                <a:solidFill>
                  <a:srgbClr val="993C1D"/>
                </a:solidFill>
                <a:latin typeface="微软雅黑"/>
              </a:rPr>
              <a:t>正确答案：A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560320"/>
            <a:ext cx="10515600" cy="2011680"/>
          </a:xfrm>
          <a:prstGeom prst="roundRect">
            <a:avLst/>
          </a:prstGeom>
          <a:solidFill>
            <a:srgbClr val="EAF3DE"/>
          </a:solidFill>
          <a:ln w="15240">
            <a:solidFill>
              <a:srgbClr val="3B6D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743200"/>
            <a:ext cx="10058400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为什么是这个答案</a:t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500" b="0">
                <a:solidFill>
                  <a:srgbClr val="010328"/>
                </a:solidFill>
                <a:latin typeface="微软雅黑"/>
              </a:rPr>
              <a:t>先训练后评估，达标才落盘发布，最后自检可访问。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937760"/>
            <a:ext cx="105156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44546A"/>
                </a:solidFill>
                <a:latin typeface="微软雅黑"/>
              </a:rPr>
              <a:t>评分建议：答对+2分；答错不扣分但需说出理由；思路对一半+1分。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548640" y="457200"/>
            <a:ext cx="11064240" cy="914400"/>
          </a:xfrm>
          <a:prstGeom prst="roundRect">
            <a:avLst/>
          </a:prstGeom>
          <a:solidFill>
            <a:srgbClr val="0B5E54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594360"/>
            <a:ext cx="86868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FFFFFF"/>
                </a:solidFill>
                <a:latin typeface="微软雅黑"/>
              </a:rPr>
              <a:t>复盘口诀｜W08 模型训练与服务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822960" y="1737360"/>
            <a:ext cx="10515600" cy="3108960"/>
          </a:xfrm>
          <a:prstGeom prst="roundRect">
            <a:avLst/>
          </a:prstGeom>
          <a:solidFill>
            <a:srgbClr val="F1EFE8"/>
          </a:solidFill>
          <a:ln w="15240">
            <a:solidFill>
              <a:srgbClr val="0B5E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97280" y="192024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一句话记住本课：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评估门禁·上线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/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课堂节奏建议：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游戏A（5分钟）→ 精讲 → 游戏B（5分钟）→ 复盘口诀（2分钟）</a:t>
            </a:r>
          </a:p>
          <a:p>
            <a:pPr algn="l">
              <a:lnSpc>
                <a:spcPct val="100000"/>
              </a:lnSpc>
            </a:pPr>
            <a:r>
              <a:rPr sz="1600" b="0">
                <a:solidFill>
                  <a:srgbClr val="010328"/>
                </a:solidFill>
                <a:latin typeface="微软雅黑"/>
              </a:rPr>
              <a:t>全班计分：小组积分累计到工单评分（游戏加分≤5分，教师自定义）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EFE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743200"/>
            <a:ext cx="105156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000" b="1">
                <a:solidFill>
                  <a:srgbClr val="0B5E54"/>
                </a:solidFill>
                <a:latin typeface="微软雅黑"/>
              </a:rPr>
              <a:t>玩中学 · 学中做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749039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400" b="0">
                <a:solidFill>
                  <a:srgbClr val="44546A"/>
                </a:solidFill>
                <a:latin typeface="微软雅黑"/>
              </a:rPr>
              <a:t>重庆两江智造集团 · 03-Python程序设计-项目实战 · W08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