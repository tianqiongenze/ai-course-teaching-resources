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03 · 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模型训练与服务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B5E54"/>
                </a:solidFill>
                <a:latin typeface="微软雅黑"/>
              </a:rPr>
              <a:t>本课重难点：评估门禁·上线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训练完模型评估macro-F1=0.62，低于门禁0.80，怎么办？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拒绝上线，回去改特征/调参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先上线再说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改门禁数字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重启电脑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教师操作：情境题：产品经理催你上线，模型不达标，你怎么办？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评估门禁硬阻断=不合格不发布。改门禁数字=自欺欺人。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①②③ 排序闯关｜W08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把'训练→评估→门禁→落盘→起服务→healthz自检'排序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训练→评估→门禁→落盘→服务→自检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服务→训练→评估→门禁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落盘→训练→服务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顺序无所谓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教师操作：排序抢答+3分。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先训练后评估，达标才落盘发布，最后自检可访问。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复盘口诀｜W08 模型训练与服务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评估门禁·上线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5E54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03-Python程序设计-项目实战 · W08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