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05 · W04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数据清洗与质量评估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0A6A6"/>
                </a:solidFill>
                <a:latin typeface="微软雅黑"/>
              </a:rPr>
              <a:t>本课重难点：双解互验·质量分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同一份脏数据，纯Python和Pandas两种写法，结果应？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同口径同结果（双解互验）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必须不同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只信Pandas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无所谓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教师操作：追问：结果不一致时信谁？→先找口径差异。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双解互验=两种实现结果一致才可信，防止单实现暗坑。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◎ 火眼找茬｜W04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清洗完要交付的'质量分'应包含什么？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完整率×合理率（可量化）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只写'已清洗'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清洗行数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清洗耗时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教师操作：快问+2分，强调'可量化'。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质量分=完整率×合理率，把'洗得多干净'变成可比较的数字。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复盘口诀｜W04 数据清洗与质量评估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双解互验·质量分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A6A6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05-AI应用基础48课时版 · W04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